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256" r:id="rId5"/>
  </p:sldIdLst>
  <p:sldSz cx="32918400" cy="21945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326532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653064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979596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306128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1632661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1959193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2285725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2612257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2C3D5D-913C-5C19-0AA6-C92CD6A3F7FF}" name="Young, Julie O" initials="" userId="S::jyoung369@gatech.edu::0b37f1ec-c8fc-4c3f-a9c9-dbdaadccab55" providerId="AD"/>
  <p188:author id="{CC07A576-FF09-0658-F3B7-8F833F699D5F}" name="Cho, Stephanie" initials="SC" userId="S::hcho430@gatech.edu::c5564246-5c5b-4724-9a6f-e56a0a4e6858" providerId="AD"/>
  <p188:author id="{7741DA92-3F6F-4E8A-85D5-AC1CAA61FE3A}" name="Friedrichs, Sarah D" initials="SF" userId="S::sfriedrichs3@gatech.edu::de266eae-e46e-4b2b-b427-4986ec0776e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8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195B6-19C1-C348-A6BC-749FDA751F01}" v="1971" dt="2025-12-02T14:51:56.003"/>
    <p1510:client id="{27FF7606-83AB-C57D-1390-464F88628806}" v="1889" dt="2025-12-02T07:12:13.422"/>
    <p1510:client id="{42A1707C-9614-4E18-FFC4-6B5844B7F3CF}" v="12" dt="2025-12-02T07:53:07.448"/>
    <p1510:client id="{57DF76D3-2723-861B-DCF4-9545BE4E77FD}" v="353" dt="2025-12-02T14:21:45.954"/>
    <p1510:client id="{7FE18046-72C4-41E2-8A0A-84F27D6A3E95}" v="194" dt="2025-12-02T15:02:54.529"/>
    <p1510:client id="{B28678A0-01FF-4D1A-9606-653B35BAE05A}" v="11" dt="2025-12-02T07:40:54.84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iedrichs, Sarah D" userId="de266eae-e46e-4b2b-b427-4986ec0776e7" providerId="ADAL" clId="{3335589E-34D9-5C51-91C4-D2DF3616021E}"/>
    <pc:docChg chg="undo custSel modSld">
      <pc:chgData name="Friedrichs, Sarah D" userId="de266eae-e46e-4b2b-b427-4986ec0776e7" providerId="ADAL" clId="{3335589E-34D9-5C51-91C4-D2DF3616021E}" dt="2025-12-02T14:51:56.003" v="3595" actId="1076"/>
      <pc:docMkLst>
        <pc:docMk/>
      </pc:docMkLst>
      <pc:sldChg chg="addSp delSp modSp mod modCm">
        <pc:chgData name="Friedrichs, Sarah D" userId="de266eae-e46e-4b2b-b427-4986ec0776e7" providerId="ADAL" clId="{3335589E-34D9-5C51-91C4-D2DF3616021E}" dt="2025-12-02T14:51:56.003" v="3595" actId="1076"/>
        <pc:sldMkLst>
          <pc:docMk/>
          <pc:sldMk cId="0" sldId="256"/>
        </pc:sldMkLst>
        <pc:spChg chg="add mod">
          <ac:chgData name="Friedrichs, Sarah D" userId="de266eae-e46e-4b2b-b427-4986ec0776e7" providerId="ADAL" clId="{3335589E-34D9-5C51-91C4-D2DF3616021E}" dt="2025-12-02T01:52:13.217" v="2497" actId="122"/>
          <ac:spMkLst>
            <pc:docMk/>
            <pc:sldMk cId="0" sldId="256"/>
            <ac:spMk id="2" creationId="{6EDE800B-8754-9D27-B8E5-20DD902C4C6D}"/>
          </ac:spMkLst>
        </pc:spChg>
        <pc:spChg chg="add mod">
          <ac:chgData name="Friedrichs, Sarah D" userId="de266eae-e46e-4b2b-b427-4986ec0776e7" providerId="ADAL" clId="{3335589E-34D9-5C51-91C4-D2DF3616021E}" dt="2025-12-02T01:46:34.254" v="2496" actId="20577"/>
          <ac:spMkLst>
            <pc:docMk/>
            <pc:sldMk cId="0" sldId="256"/>
            <ac:spMk id="7" creationId="{E2A84B70-0987-1A03-D917-FCC4D0940A81}"/>
          </ac:spMkLst>
        </pc:spChg>
        <pc:spChg chg="add del mod">
          <ac:chgData name="Friedrichs, Sarah D" userId="de266eae-e46e-4b2b-b427-4986ec0776e7" providerId="ADAL" clId="{3335589E-34D9-5C51-91C4-D2DF3616021E}" dt="2025-12-02T14:22:40.999" v="3378" actId="1035"/>
          <ac:spMkLst>
            <pc:docMk/>
            <pc:sldMk cId="0" sldId="256"/>
            <ac:spMk id="9" creationId="{DB7C9F63-D3CB-F929-37F1-731BC2923039}"/>
          </ac:spMkLst>
        </pc:spChg>
        <pc:spChg chg="add del mod">
          <ac:chgData name="Friedrichs, Sarah D" userId="de266eae-e46e-4b2b-b427-4986ec0776e7" providerId="ADAL" clId="{3335589E-34D9-5C51-91C4-D2DF3616021E}" dt="2025-12-02T14:21:22.603" v="3273" actId="1036"/>
          <ac:spMkLst>
            <pc:docMk/>
            <pc:sldMk cId="0" sldId="256"/>
            <ac:spMk id="10" creationId="{D6209B09-E972-01FF-0D49-E8F197C3EEBE}"/>
          </ac:spMkLst>
        </pc:spChg>
        <pc:spChg chg="add mod">
          <ac:chgData name="Friedrichs, Sarah D" userId="de266eae-e46e-4b2b-b427-4986ec0776e7" providerId="ADAL" clId="{3335589E-34D9-5C51-91C4-D2DF3616021E}" dt="2025-12-02T14:26:49.046" v="3564" actId="1035"/>
          <ac:spMkLst>
            <pc:docMk/>
            <pc:sldMk cId="0" sldId="256"/>
            <ac:spMk id="11" creationId="{FEBF34DA-D9ED-FB71-3352-F68CF066BE93}"/>
          </ac:spMkLst>
        </pc:spChg>
        <pc:spChg chg="mod">
          <ac:chgData name="Friedrichs, Sarah D" userId="de266eae-e46e-4b2b-b427-4986ec0776e7" providerId="ADAL" clId="{3335589E-34D9-5C51-91C4-D2DF3616021E}" dt="2025-12-02T02:16:14.977" v="2579" actId="20577"/>
          <ac:spMkLst>
            <pc:docMk/>
            <pc:sldMk cId="0" sldId="256"/>
            <ac:spMk id="13" creationId="{D316FFB5-2307-45D7-2BBD-11518F03C23A}"/>
          </ac:spMkLst>
        </pc:spChg>
        <pc:spChg chg="add del mod">
          <ac:chgData name="Friedrichs, Sarah D" userId="de266eae-e46e-4b2b-b427-4986ec0776e7" providerId="ADAL" clId="{3335589E-34D9-5C51-91C4-D2DF3616021E}" dt="2025-12-02T14:23:09.163" v="3430" actId="478"/>
          <ac:spMkLst>
            <pc:docMk/>
            <pc:sldMk cId="0" sldId="256"/>
            <ac:spMk id="14" creationId="{96194C01-0130-AC46-E9DD-6C6AAD5E8A19}"/>
          </ac:spMkLst>
        </pc:spChg>
        <pc:spChg chg="add mod">
          <ac:chgData name="Friedrichs, Sarah D" userId="de266eae-e46e-4b2b-b427-4986ec0776e7" providerId="ADAL" clId="{3335589E-34D9-5C51-91C4-D2DF3616021E}" dt="2025-12-02T14:23:24.990" v="3450" actId="1036"/>
          <ac:spMkLst>
            <pc:docMk/>
            <pc:sldMk cId="0" sldId="256"/>
            <ac:spMk id="16" creationId="{139DBDC4-4A66-043E-0F54-EC2ED210E3F6}"/>
          </ac:spMkLst>
        </pc:spChg>
        <pc:spChg chg="mod">
          <ac:chgData name="Friedrichs, Sarah D" userId="de266eae-e46e-4b2b-b427-4986ec0776e7" providerId="ADAL" clId="{3335589E-34D9-5C51-91C4-D2DF3616021E}" dt="2025-12-02T14:18:20.454" v="3076" actId="1076"/>
          <ac:spMkLst>
            <pc:docMk/>
            <pc:sldMk cId="0" sldId="256"/>
            <ac:spMk id="18" creationId="{14B523D9-4ACE-4CA3-3C56-CFDC1E0DAB59}"/>
          </ac:spMkLst>
        </pc:spChg>
        <pc:spChg chg="add mod">
          <ac:chgData name="Friedrichs, Sarah D" userId="de266eae-e46e-4b2b-b427-4986ec0776e7" providerId="ADAL" clId="{3335589E-34D9-5C51-91C4-D2DF3616021E}" dt="2025-12-02T05:24:12.059" v="3048" actId="20577"/>
          <ac:spMkLst>
            <pc:docMk/>
            <pc:sldMk cId="0" sldId="256"/>
            <ac:spMk id="18" creationId="{7B3CEC11-83B4-D969-29F4-A386B4A96E46}"/>
          </ac:spMkLst>
        </pc:spChg>
        <pc:spChg chg="add del mod">
          <ac:chgData name="Friedrichs, Sarah D" userId="de266eae-e46e-4b2b-b427-4986ec0776e7" providerId="ADAL" clId="{3335589E-34D9-5C51-91C4-D2DF3616021E}" dt="2025-12-02T01:53:14.269" v="2503" actId="478"/>
          <ac:spMkLst>
            <pc:docMk/>
            <pc:sldMk cId="0" sldId="256"/>
            <ac:spMk id="19" creationId="{EA07BC8F-39F6-41C3-2177-517A3E7AD9B6}"/>
          </ac:spMkLst>
        </pc:spChg>
        <pc:spChg chg="add del mod">
          <ac:chgData name="Friedrichs, Sarah D" userId="de266eae-e46e-4b2b-b427-4986ec0776e7" providerId="ADAL" clId="{3335589E-34D9-5C51-91C4-D2DF3616021E}" dt="2025-12-02T14:20:21.923" v="3150" actId="1036"/>
          <ac:spMkLst>
            <pc:docMk/>
            <pc:sldMk cId="0" sldId="256"/>
            <ac:spMk id="20" creationId="{328F7354-C665-A09B-74A7-D2C7C1E45C8E}"/>
          </ac:spMkLst>
        </pc:spChg>
        <pc:spChg chg="add del mod">
          <ac:chgData name="Friedrichs, Sarah D" userId="de266eae-e46e-4b2b-b427-4986ec0776e7" providerId="ADAL" clId="{3335589E-34D9-5C51-91C4-D2DF3616021E}" dt="2025-12-02T00:55:03.446" v="1135"/>
          <ac:spMkLst>
            <pc:docMk/>
            <pc:sldMk cId="0" sldId="256"/>
            <ac:spMk id="21" creationId="{56A7F8DB-08D3-E6DC-E8BF-115E82518774}"/>
          </ac:spMkLst>
        </pc:spChg>
        <pc:spChg chg="del">
          <ac:chgData name="Friedrichs, Sarah D" userId="de266eae-e46e-4b2b-b427-4986ec0776e7" providerId="ADAL" clId="{3335589E-34D9-5C51-91C4-D2DF3616021E}" dt="2025-12-02T14:16:07.838" v="3054" actId="478"/>
          <ac:spMkLst>
            <pc:docMk/>
            <pc:sldMk cId="0" sldId="256"/>
            <ac:spMk id="22" creationId="{02A195FA-B9B7-E97B-924E-AB93168FA879}"/>
          </ac:spMkLst>
        </pc:spChg>
        <pc:spChg chg="add del mod">
          <ac:chgData name="Friedrichs, Sarah D" userId="de266eae-e46e-4b2b-b427-4986ec0776e7" providerId="ADAL" clId="{3335589E-34D9-5C51-91C4-D2DF3616021E}" dt="2025-12-02T01:21:15.993" v="1429" actId="478"/>
          <ac:spMkLst>
            <pc:docMk/>
            <pc:sldMk cId="0" sldId="256"/>
            <ac:spMk id="22" creationId="{10B067D9-95D5-9FB5-E24F-279E3F13B3EB}"/>
          </ac:spMkLst>
        </pc:spChg>
        <pc:spChg chg="del">
          <ac:chgData name="Friedrichs, Sarah D" userId="de266eae-e46e-4b2b-b427-4986ec0776e7" providerId="ADAL" clId="{3335589E-34D9-5C51-91C4-D2DF3616021E}" dt="2025-12-02T14:16:06.990" v="3053" actId="478"/>
          <ac:spMkLst>
            <pc:docMk/>
            <pc:sldMk cId="0" sldId="256"/>
            <ac:spMk id="23" creationId="{38A3A67C-F58C-6C0E-3E56-8188E8FB6351}"/>
          </ac:spMkLst>
        </pc:spChg>
        <pc:spChg chg="add">
          <ac:chgData name="Friedrichs, Sarah D" userId="de266eae-e46e-4b2b-b427-4986ec0776e7" providerId="ADAL" clId="{3335589E-34D9-5C51-91C4-D2DF3616021E}" dt="2025-12-02T01:20:44.745" v="1426"/>
          <ac:spMkLst>
            <pc:docMk/>
            <pc:sldMk cId="0" sldId="256"/>
            <ac:spMk id="23" creationId="{6F46DA87-2518-6833-88E8-802D04497BFE}"/>
          </ac:spMkLst>
        </pc:spChg>
        <pc:spChg chg="del">
          <ac:chgData name="Friedrichs, Sarah D" userId="de266eae-e46e-4b2b-b427-4986ec0776e7" providerId="ADAL" clId="{3335589E-34D9-5C51-91C4-D2DF3616021E}" dt="2025-12-02T14:16:05.598" v="3052" actId="478"/>
          <ac:spMkLst>
            <pc:docMk/>
            <pc:sldMk cId="0" sldId="256"/>
            <ac:spMk id="24" creationId="{8A30418D-6EBD-4447-9A24-655F537AD39C}"/>
          </ac:spMkLst>
        </pc:spChg>
        <pc:spChg chg="add">
          <ac:chgData name="Friedrichs, Sarah D" userId="de266eae-e46e-4b2b-b427-4986ec0776e7" providerId="ADAL" clId="{3335589E-34D9-5C51-91C4-D2DF3616021E}" dt="2025-12-02T01:21:11.880" v="1428"/>
          <ac:spMkLst>
            <pc:docMk/>
            <pc:sldMk cId="0" sldId="256"/>
            <ac:spMk id="24" creationId="{B52533B1-025E-A485-1EBD-55F31779E1DB}"/>
          </ac:spMkLst>
        </pc:spChg>
        <pc:spChg chg="del">
          <ac:chgData name="Friedrichs, Sarah D" userId="de266eae-e46e-4b2b-b427-4986ec0776e7" providerId="ADAL" clId="{3335589E-34D9-5C51-91C4-D2DF3616021E}" dt="2025-12-02T14:16:10.537" v="3057" actId="478"/>
          <ac:spMkLst>
            <pc:docMk/>
            <pc:sldMk cId="0" sldId="256"/>
            <ac:spMk id="25" creationId="{64CA8B60-87A1-AEBE-A122-191F0F52D409}"/>
          </ac:spMkLst>
        </pc:spChg>
        <pc:spChg chg="add del mod">
          <ac:chgData name="Friedrichs, Sarah D" userId="de266eae-e46e-4b2b-b427-4986ec0776e7" providerId="ADAL" clId="{3335589E-34D9-5C51-91C4-D2DF3616021E}" dt="2025-12-02T01:59:15.990" v="2541"/>
          <ac:spMkLst>
            <pc:docMk/>
            <pc:sldMk cId="0" sldId="256"/>
            <ac:spMk id="25" creationId="{B5C9252A-C471-38F7-EB5D-F8BB3399346F}"/>
          </ac:spMkLst>
        </pc:spChg>
        <pc:spChg chg="add del mod">
          <ac:chgData name="Friedrichs, Sarah D" userId="de266eae-e46e-4b2b-b427-4986ec0776e7" providerId="ADAL" clId="{3335589E-34D9-5C51-91C4-D2DF3616021E}" dt="2025-12-02T14:20:26.159" v="3155" actId="1035"/>
          <ac:spMkLst>
            <pc:docMk/>
            <pc:sldMk cId="0" sldId="256"/>
            <ac:spMk id="26" creationId="{6C870B7A-7098-6D20-217C-DF48FAED2D27}"/>
          </ac:spMkLst>
        </pc:spChg>
        <pc:spChg chg="del">
          <ac:chgData name="Friedrichs, Sarah D" userId="de266eae-e46e-4b2b-b427-4986ec0776e7" providerId="ADAL" clId="{3335589E-34D9-5C51-91C4-D2DF3616021E}" dt="2025-12-02T14:16:09.729" v="3056" actId="478"/>
          <ac:spMkLst>
            <pc:docMk/>
            <pc:sldMk cId="0" sldId="256"/>
            <ac:spMk id="27" creationId="{99C0C6AB-56EC-CED5-01BC-A3C39669D0CE}"/>
          </ac:spMkLst>
        </pc:spChg>
        <pc:spChg chg="add mod">
          <ac:chgData name="Friedrichs, Sarah D" userId="de266eae-e46e-4b2b-b427-4986ec0776e7" providerId="ADAL" clId="{3335589E-34D9-5C51-91C4-D2DF3616021E}" dt="2025-12-02T02:17:03.253" v="2587"/>
          <ac:spMkLst>
            <pc:docMk/>
            <pc:sldMk cId="0" sldId="256"/>
            <ac:spMk id="27" creationId="{E8E7D9D7-1334-B2E1-E65B-30A5BAC67CFB}"/>
          </ac:spMkLst>
        </pc:spChg>
        <pc:spChg chg="del">
          <ac:chgData name="Friedrichs, Sarah D" userId="de266eae-e46e-4b2b-b427-4986ec0776e7" providerId="ADAL" clId="{3335589E-34D9-5C51-91C4-D2DF3616021E}" dt="2025-12-02T14:16:08.887" v="3055" actId="478"/>
          <ac:spMkLst>
            <pc:docMk/>
            <pc:sldMk cId="0" sldId="256"/>
            <ac:spMk id="29" creationId="{62DAF554-54E8-D8F0-27B5-98D24DD98BB2}"/>
          </ac:spMkLst>
        </pc:spChg>
        <pc:spChg chg="mod">
          <ac:chgData name="Friedrichs, Sarah D" userId="de266eae-e46e-4b2b-b427-4986ec0776e7" providerId="ADAL" clId="{3335589E-34D9-5C51-91C4-D2DF3616021E}" dt="2025-11-16T22:56:10.709" v="74" actId="1076"/>
          <ac:spMkLst>
            <pc:docMk/>
            <pc:sldMk cId="0" sldId="256"/>
            <ac:spMk id="30" creationId="{00000000-0000-0000-0000-000000000000}"/>
          </ac:spMkLst>
        </pc:spChg>
        <pc:spChg chg="add del">
          <ac:chgData name="Friedrichs, Sarah D" userId="de266eae-e46e-4b2b-b427-4986ec0776e7" providerId="ADAL" clId="{3335589E-34D9-5C51-91C4-D2DF3616021E}" dt="2025-12-02T04:50:30.019" v="2810" actId="22"/>
          <ac:spMkLst>
            <pc:docMk/>
            <pc:sldMk cId="0" sldId="256"/>
            <ac:spMk id="31" creationId="{98EB8A23-A95E-7259-BF96-6CADAC0CA9D8}"/>
          </ac:spMkLst>
        </pc:spChg>
        <pc:spChg chg="del">
          <ac:chgData name="Friedrichs, Sarah D" userId="de266eae-e46e-4b2b-b427-4986ec0776e7" providerId="ADAL" clId="{3335589E-34D9-5C51-91C4-D2DF3616021E}" dt="2025-12-02T14:18:21.351" v="3077" actId="478"/>
          <ac:spMkLst>
            <pc:docMk/>
            <pc:sldMk cId="0" sldId="256"/>
            <ac:spMk id="31" creationId="{A0664C74-0294-B0D8-1FDD-57FF6D059A5A}"/>
          </ac:spMkLst>
        </pc:spChg>
        <pc:spChg chg="add del mod">
          <ac:chgData name="Friedrichs, Sarah D" userId="de266eae-e46e-4b2b-b427-4986ec0776e7" providerId="ADAL" clId="{3335589E-34D9-5C51-91C4-D2DF3616021E}" dt="2025-12-02T05:00:52.574" v="2861" actId="478"/>
          <ac:spMkLst>
            <pc:docMk/>
            <pc:sldMk cId="0" sldId="256"/>
            <ac:spMk id="32" creationId="{C91EEC5E-700D-A82C-C96D-DECB7BBADECA}"/>
          </ac:spMkLst>
        </pc:spChg>
        <pc:spChg chg="mod">
          <ac:chgData name="Friedrichs, Sarah D" userId="de266eae-e46e-4b2b-b427-4986ec0776e7" providerId="ADAL" clId="{3335589E-34D9-5C51-91C4-D2DF3616021E}" dt="2025-12-02T01:52:52.234" v="2499" actId="122"/>
          <ac:spMkLst>
            <pc:docMk/>
            <pc:sldMk cId="0" sldId="256"/>
            <ac:spMk id="33" creationId="{00000000-0000-0000-0000-000000000000}"/>
          </ac:spMkLst>
        </pc:spChg>
        <pc:spChg chg="mod">
          <ac:chgData name="Friedrichs, Sarah D" userId="de266eae-e46e-4b2b-b427-4986ec0776e7" providerId="ADAL" clId="{3335589E-34D9-5C51-91C4-D2DF3616021E}" dt="2025-11-30T20:13:53.511" v="562" actId="1076"/>
          <ac:spMkLst>
            <pc:docMk/>
            <pc:sldMk cId="0" sldId="256"/>
            <ac:spMk id="34" creationId="{00000000-0000-0000-0000-000000000000}"/>
          </ac:spMkLst>
        </pc:spChg>
        <pc:spChg chg="add del mod">
          <ac:chgData name="Friedrichs, Sarah D" userId="de266eae-e46e-4b2b-b427-4986ec0776e7" providerId="ADAL" clId="{3335589E-34D9-5C51-91C4-D2DF3616021E}" dt="2025-12-02T14:22:48.716" v="3399" actId="103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Friedrichs, Sarah D" userId="de266eae-e46e-4b2b-b427-4986ec0776e7" providerId="ADAL" clId="{3335589E-34D9-5C51-91C4-D2DF3616021E}" dt="2025-12-02T14:26:45.895" v="3556" actId="1035"/>
          <ac:spMkLst>
            <pc:docMk/>
            <pc:sldMk cId="0" sldId="256"/>
            <ac:spMk id="36" creationId="{25E166DA-8642-8D73-A26A-EAFAC0A3096D}"/>
          </ac:spMkLst>
        </pc:spChg>
        <pc:spChg chg="add mod">
          <ac:chgData name="Friedrichs, Sarah D" userId="de266eae-e46e-4b2b-b427-4986ec0776e7" providerId="ADAL" clId="{3335589E-34D9-5C51-91C4-D2DF3616021E}" dt="2025-12-02T05:01:03.181" v="2863" actId="207"/>
          <ac:spMkLst>
            <pc:docMk/>
            <pc:sldMk cId="0" sldId="256"/>
            <ac:spMk id="36" creationId="{CFDEBFE7-C4C8-0CA4-BEF7-F916F825E0C3}"/>
          </ac:spMkLst>
        </pc:spChg>
        <pc:spChg chg="add del mod">
          <ac:chgData name="Friedrichs, Sarah D" userId="de266eae-e46e-4b2b-b427-4986ec0776e7" providerId="ADAL" clId="{3335589E-34D9-5C51-91C4-D2DF3616021E}" dt="2025-12-02T14:30:16.711" v="3589" actId="12789"/>
          <ac:spMkLst>
            <pc:docMk/>
            <pc:sldMk cId="0" sldId="256"/>
            <ac:spMk id="37" creationId="{00000000-0000-0000-0000-000000000000}"/>
          </ac:spMkLst>
        </pc:spChg>
        <pc:spChg chg="add mod">
          <ac:chgData name="Friedrichs, Sarah D" userId="de266eae-e46e-4b2b-b427-4986ec0776e7" providerId="ADAL" clId="{3335589E-34D9-5C51-91C4-D2DF3616021E}" dt="2025-12-02T05:01:07.303" v="2865" actId="1076"/>
          <ac:spMkLst>
            <pc:docMk/>
            <pc:sldMk cId="0" sldId="256"/>
            <ac:spMk id="38" creationId="{8860DE96-7FE9-32C0-435D-45B2DDC7EFA9}"/>
          </ac:spMkLst>
        </pc:spChg>
        <pc:spChg chg="mod">
          <ac:chgData name="Friedrichs, Sarah D" userId="de266eae-e46e-4b2b-b427-4986ec0776e7" providerId="ADAL" clId="{3335589E-34D9-5C51-91C4-D2DF3616021E}" dt="2025-12-02T14:30:16.711" v="3589" actId="12789"/>
          <ac:spMkLst>
            <pc:docMk/>
            <pc:sldMk cId="0" sldId="256"/>
            <ac:spMk id="39" creationId="{00000000-0000-0000-0000-000000000000}"/>
          </ac:spMkLst>
        </pc:spChg>
        <pc:spChg chg="add del mod">
          <ac:chgData name="Friedrichs, Sarah D" userId="de266eae-e46e-4b2b-b427-4986ec0776e7" providerId="ADAL" clId="{3335589E-34D9-5C51-91C4-D2DF3616021E}" dt="2025-12-02T14:18:50.610" v="3081" actId="478"/>
          <ac:spMkLst>
            <pc:docMk/>
            <pc:sldMk cId="0" sldId="256"/>
            <ac:spMk id="40" creationId="{709DDD35-0F19-9D1A-D24B-F352822D9716}"/>
          </ac:spMkLst>
        </pc:spChg>
        <pc:spChg chg="del mod">
          <ac:chgData name="Friedrichs, Sarah D" userId="de266eae-e46e-4b2b-b427-4986ec0776e7" providerId="ADAL" clId="{3335589E-34D9-5C51-91C4-D2DF3616021E}" dt="2025-12-02T02:01:08.945" v="2557" actId="478"/>
          <ac:spMkLst>
            <pc:docMk/>
            <pc:sldMk cId="0" sldId="256"/>
            <ac:spMk id="41" creationId="{00000000-0000-0000-0000-000000000000}"/>
          </ac:spMkLst>
        </pc:spChg>
        <pc:spChg chg="mod">
          <ac:chgData name="Friedrichs, Sarah D" userId="de266eae-e46e-4b2b-b427-4986ec0776e7" providerId="ADAL" clId="{3335589E-34D9-5C51-91C4-D2DF3616021E}" dt="2025-12-02T05:01:47.397" v="2888" actId="1076"/>
          <ac:spMkLst>
            <pc:docMk/>
            <pc:sldMk cId="0" sldId="256"/>
            <ac:spMk id="43" creationId="{00000000-0000-0000-0000-000000000000}"/>
          </ac:spMkLst>
        </pc:spChg>
        <pc:spChg chg="mod">
          <ac:chgData name="Friedrichs, Sarah D" userId="de266eae-e46e-4b2b-b427-4986ec0776e7" providerId="ADAL" clId="{3335589E-34D9-5C51-91C4-D2DF3616021E}" dt="2025-12-02T14:28:51.850" v="3582" actId="20577"/>
          <ac:spMkLst>
            <pc:docMk/>
            <pc:sldMk cId="0" sldId="256"/>
            <ac:spMk id="44" creationId="{00000000-0000-0000-0000-000000000000}"/>
          </ac:spMkLst>
        </pc:spChg>
        <pc:spChg chg="mod">
          <ac:chgData name="Friedrichs, Sarah D" userId="de266eae-e46e-4b2b-b427-4986ec0776e7" providerId="ADAL" clId="{3335589E-34D9-5C51-91C4-D2DF3616021E}" dt="2025-12-02T05:05:22.880" v="2916" actId="1076"/>
          <ac:spMkLst>
            <pc:docMk/>
            <pc:sldMk cId="0" sldId="256"/>
            <ac:spMk id="46" creationId="{00000000-0000-0000-0000-000000000000}"/>
          </ac:spMkLst>
        </pc:spChg>
        <pc:spChg chg="add del mod">
          <ac:chgData name="Friedrichs, Sarah D" userId="de266eae-e46e-4b2b-b427-4986ec0776e7" providerId="ADAL" clId="{3335589E-34D9-5C51-91C4-D2DF3616021E}" dt="2025-12-02T14:27:01.018" v="3573" actId="1035"/>
          <ac:spMkLst>
            <pc:docMk/>
            <pc:sldMk cId="0" sldId="256"/>
            <ac:spMk id="47" creationId="{1B54B738-C7E7-F65A-7DF7-261CB41447AE}"/>
          </ac:spMkLst>
        </pc:spChg>
        <pc:spChg chg="mod">
          <ac:chgData name="Friedrichs, Sarah D" userId="de266eae-e46e-4b2b-b427-4986ec0776e7" providerId="ADAL" clId="{3335589E-34D9-5C51-91C4-D2DF3616021E}" dt="2025-12-02T14:23:29.141" v="3462" actId="1036"/>
          <ac:spMkLst>
            <pc:docMk/>
            <pc:sldMk cId="0" sldId="256"/>
            <ac:spMk id="48" creationId="{00000000-0000-0000-0000-000000000000}"/>
          </ac:spMkLst>
        </pc:spChg>
        <pc:spChg chg="mod">
          <ac:chgData name="Friedrichs, Sarah D" userId="de266eae-e46e-4b2b-b427-4986ec0776e7" providerId="ADAL" clId="{3335589E-34D9-5C51-91C4-D2DF3616021E}" dt="2025-12-02T01:34:00.071" v="2339" actId="1076"/>
          <ac:spMkLst>
            <pc:docMk/>
            <pc:sldMk cId="0" sldId="256"/>
            <ac:spMk id="50" creationId="{00000000-0000-0000-0000-000000000000}"/>
          </ac:spMkLst>
        </pc:spChg>
        <pc:grpChg chg="mod">
          <ac:chgData name="Friedrichs, Sarah D" userId="de266eae-e46e-4b2b-b427-4986ec0776e7" providerId="ADAL" clId="{3335589E-34D9-5C51-91C4-D2DF3616021E}" dt="2025-11-30T19:55:00.562" v="231" actId="1076"/>
          <ac:grpSpMkLst>
            <pc:docMk/>
            <pc:sldMk cId="0" sldId="256"/>
            <ac:grpSpMk id="6" creationId="{2B23C229-3FF8-6A7F-E22B-E36B2D2285EB}"/>
          </ac:grpSpMkLst>
        </pc:grpChg>
        <pc:graphicFrameChg chg="add del mod modGraphic">
          <ac:chgData name="Friedrichs, Sarah D" userId="de266eae-e46e-4b2b-b427-4986ec0776e7" providerId="ADAL" clId="{3335589E-34D9-5C51-91C4-D2DF3616021E}" dt="2025-12-02T14:24:26.664" v="3525" actId="14734"/>
          <ac:graphicFrameMkLst>
            <pc:docMk/>
            <pc:sldMk cId="0" sldId="256"/>
            <ac:graphicFrameMk id="8" creationId="{42C76E80-5C07-9211-9940-E735081071FD}"/>
          </ac:graphicFrameMkLst>
        </pc:graphicFrameChg>
        <pc:graphicFrameChg chg="add del mod modGraphic">
          <ac:chgData name="Friedrichs, Sarah D" userId="de266eae-e46e-4b2b-b427-4986ec0776e7" providerId="ADAL" clId="{3335589E-34D9-5C51-91C4-D2DF3616021E}" dt="2025-12-02T04:52:52.075" v="2827" actId="478"/>
          <ac:graphicFrameMkLst>
            <pc:docMk/>
            <pc:sldMk cId="0" sldId="256"/>
            <ac:graphicFrameMk id="18" creationId="{8E87C0DE-187D-77DB-2A36-D6000030923A}"/>
          </ac:graphicFrameMkLst>
        </pc:graphicFrameChg>
        <pc:graphicFrameChg chg="add del mod modGraphic">
          <ac:chgData name="Friedrichs, Sarah D" userId="de266eae-e46e-4b2b-b427-4986ec0776e7" providerId="ADAL" clId="{3335589E-34D9-5C51-91C4-D2DF3616021E}" dt="2025-12-02T14:24:13.967" v="3523" actId="114"/>
          <ac:graphicFrameMkLst>
            <pc:docMk/>
            <pc:sldMk cId="0" sldId="256"/>
            <ac:graphicFrameMk id="28" creationId="{2EBDFDF2-5479-971D-5126-DA7375B4D240}"/>
          </ac:graphicFrameMkLst>
        </pc:graphicFrameChg>
        <pc:graphicFrameChg chg="add mod modGraphic">
          <ac:chgData name="Friedrichs, Sarah D" userId="de266eae-e46e-4b2b-b427-4986ec0776e7" providerId="ADAL" clId="{3335589E-34D9-5C51-91C4-D2DF3616021E}" dt="2025-12-02T14:24:02.140" v="3522" actId="1036"/>
          <ac:graphicFrameMkLst>
            <pc:docMk/>
            <pc:sldMk cId="0" sldId="256"/>
            <ac:graphicFrameMk id="41" creationId="{418A4A96-61AA-9632-0C14-A59906F98AA0}"/>
          </ac:graphicFrameMkLst>
        </pc:graphicFrameChg>
        <pc:picChg chg="mod">
          <ac:chgData name="Friedrichs, Sarah D" userId="de266eae-e46e-4b2b-b427-4986ec0776e7" providerId="ADAL" clId="{3335589E-34D9-5C51-91C4-D2DF3616021E}" dt="2025-12-02T14:20:15.748" v="3140" actId="1036"/>
          <ac:picMkLst>
            <pc:docMk/>
            <pc:sldMk cId="0" sldId="256"/>
            <ac:picMk id="5" creationId="{CDEB2DF0-79F6-2233-3334-3FAA4A39F970}"/>
          </ac:picMkLst>
        </pc:picChg>
        <pc:picChg chg="add del mod">
          <ac:chgData name="Friedrichs, Sarah D" userId="de266eae-e46e-4b2b-b427-4986ec0776e7" providerId="ADAL" clId="{3335589E-34D9-5C51-91C4-D2DF3616021E}" dt="2025-12-02T14:23:05.644" v="3429" actId="478"/>
          <ac:picMkLst>
            <pc:docMk/>
            <pc:sldMk cId="0" sldId="256"/>
            <ac:picMk id="12" creationId="{928CF869-A101-6E24-FF34-6C9A09A995F5}"/>
          </ac:picMkLst>
        </pc:picChg>
        <pc:picChg chg="add mod modCrop">
          <ac:chgData name="Friedrichs, Sarah D" userId="de266eae-e46e-4b2b-b427-4986ec0776e7" providerId="ADAL" clId="{3335589E-34D9-5C51-91C4-D2DF3616021E}" dt="2025-12-02T05:24:20.359" v="3049" actId="1076"/>
          <ac:picMkLst>
            <pc:docMk/>
            <pc:sldMk cId="0" sldId="256"/>
            <ac:picMk id="15" creationId="{197BA6F4-5193-A8F5-4EAA-CBC0B86507E4}"/>
          </ac:picMkLst>
        </pc:picChg>
        <pc:picChg chg="mod">
          <ac:chgData name="Friedrichs, Sarah D" userId="de266eae-e46e-4b2b-b427-4986ec0776e7" providerId="ADAL" clId="{3335589E-34D9-5C51-91C4-D2DF3616021E}" dt="2025-12-02T05:24:33.376" v="3050" actId="1582"/>
          <ac:picMkLst>
            <pc:docMk/>
            <pc:sldMk cId="0" sldId="256"/>
            <ac:picMk id="17" creationId="{18FB1E4B-3E46-1512-F616-2F8FFB8E221F}"/>
          </ac:picMkLst>
        </pc:picChg>
        <pc:picChg chg="mod">
          <ac:chgData name="Friedrichs, Sarah D" userId="de266eae-e46e-4b2b-b427-4986ec0776e7" providerId="ADAL" clId="{3335589E-34D9-5C51-91C4-D2DF3616021E}" dt="2025-12-02T14:23:55.370" v="3519" actId="1036"/>
          <ac:picMkLst>
            <pc:docMk/>
            <pc:sldMk cId="0" sldId="256"/>
            <ac:picMk id="38" creationId="{3CFED789-A15C-C797-CB72-722C94F84B24}"/>
          </ac:picMkLst>
        </pc:picChg>
        <pc:picChg chg="add mod">
          <ac:chgData name="Friedrichs, Sarah D" userId="de266eae-e46e-4b2b-b427-4986ec0776e7" providerId="ADAL" clId="{3335589E-34D9-5C51-91C4-D2DF3616021E}" dt="2025-12-02T14:51:56.003" v="3595" actId="1076"/>
          <ac:picMkLst>
            <pc:docMk/>
            <pc:sldMk cId="0" sldId="256"/>
            <ac:picMk id="42" creationId="{62FC545C-5932-14D8-6316-7ECD5F56EAC7}"/>
          </ac:picMkLst>
        </pc:picChg>
        <pc:picChg chg="del mod">
          <ac:chgData name="Friedrichs, Sarah D" userId="de266eae-e46e-4b2b-b427-4986ec0776e7" providerId="ADAL" clId="{3335589E-34D9-5C51-91C4-D2DF3616021E}" dt="2025-12-02T14:51:45.043" v="3591" actId="478"/>
          <ac:picMkLst>
            <pc:docMk/>
            <pc:sldMk cId="0" sldId="256"/>
            <ac:picMk id="51" creationId="{00000000-0000-0000-0000-000000000000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riedrichs, Sarah D" userId="de266eae-e46e-4b2b-b427-4986ec0776e7" providerId="ADAL" clId="{3335589E-34D9-5C51-91C4-D2DF3616021E}" dt="2025-12-02T05:16:20.897" v="2990" actId="478"/>
              <pc2:cmMkLst xmlns:pc2="http://schemas.microsoft.com/office/powerpoint/2019/9/main/command">
                <pc:docMk/>
                <pc:sldMk cId="0" sldId="256"/>
                <pc2:cmMk id="{BEB2C06D-BE96-6842-9C34-DBD291A5E35C}"/>
              </pc2:cmMkLst>
            </pc226:cmChg>
            <pc226:cmChg xmlns:pc226="http://schemas.microsoft.com/office/powerpoint/2022/06/main/command" chg="mod">
              <pc226:chgData name="Friedrichs, Sarah D" userId="de266eae-e46e-4b2b-b427-4986ec0776e7" providerId="ADAL" clId="{3335589E-34D9-5C51-91C4-D2DF3616021E}" dt="2025-12-02T05:16:20.897" v="2990" actId="478"/>
              <pc2:cmMkLst xmlns:pc2="http://schemas.microsoft.com/office/powerpoint/2019/9/main/command">
                <pc:docMk/>
                <pc:sldMk cId="0" sldId="256"/>
                <pc2:cmMk id="{262A468B-8CE8-5044-AB55-F81ADDD58A6C}"/>
              </pc2:cmMkLst>
            </pc226:cmChg>
            <pc226:cmChg xmlns:pc226="http://schemas.microsoft.com/office/powerpoint/2022/06/main/command" chg="mod">
              <pc226:chgData name="Friedrichs, Sarah D" userId="de266eae-e46e-4b2b-b427-4986ec0776e7" providerId="ADAL" clId="{3335589E-34D9-5C51-91C4-D2DF3616021E}" dt="2025-12-02T14:28:51.850" v="3582" actId="20577"/>
              <pc2:cmMkLst xmlns:pc2="http://schemas.microsoft.com/office/powerpoint/2019/9/main/command">
                <pc:docMk/>
                <pc:sldMk cId="0" sldId="256"/>
                <pc2:cmMk id="{D70E4AFE-1269-9C43-9C86-B6096D0367CD}"/>
              </pc2:cmMkLst>
            </pc226:cmChg>
          </p:ext>
        </pc:extLst>
      </pc:sldChg>
    </pc:docChg>
  </pc:docChgLst>
  <pc:docChgLst>
    <pc:chgData name="Cho, Stephanie" userId="S::hcho430@gatech.edu::c5564246-5c5b-4724-9a6f-e56a0a4e6858" providerId="AD" clId="Web-{42A1707C-9614-4E18-FFC4-6B5844B7F3CF}"/>
    <pc:docChg chg="modSld">
      <pc:chgData name="Cho, Stephanie" userId="S::hcho430@gatech.edu::c5564246-5c5b-4724-9a6f-e56a0a4e6858" providerId="AD" clId="Web-{42A1707C-9614-4E18-FFC4-6B5844B7F3CF}" dt="2025-12-02T07:53:05.510" v="3"/>
      <pc:docMkLst>
        <pc:docMk/>
      </pc:docMkLst>
      <pc:sldChg chg="modSp">
        <pc:chgData name="Cho, Stephanie" userId="S::hcho430@gatech.edu::c5564246-5c5b-4724-9a6f-e56a0a4e6858" providerId="AD" clId="Web-{42A1707C-9614-4E18-FFC4-6B5844B7F3CF}" dt="2025-12-02T07:53:05.510" v="3"/>
        <pc:sldMkLst>
          <pc:docMk/>
          <pc:sldMk cId="0" sldId="256"/>
        </pc:sldMkLst>
        <pc:graphicFrameChg chg="mod modGraphic">
          <ac:chgData name="Cho, Stephanie" userId="S::hcho430@gatech.edu::c5564246-5c5b-4724-9a6f-e56a0a4e6858" providerId="AD" clId="Web-{42A1707C-9614-4E18-FFC4-6B5844B7F3CF}" dt="2025-12-02T07:53:05.510" v="3"/>
          <ac:graphicFrameMkLst>
            <pc:docMk/>
            <pc:sldMk cId="0" sldId="256"/>
            <ac:graphicFrameMk id="8" creationId="{42C76E80-5C07-9211-9940-E735081071FD}"/>
          </ac:graphicFrameMkLst>
        </pc:graphicFrameChg>
      </pc:sldChg>
    </pc:docChg>
  </pc:docChgLst>
  <pc:docChgLst>
    <pc:chgData name="Cho, Stephanie" userId="c5564246-5c5b-4724-9a6f-e56a0a4e6858" providerId="ADAL" clId="{42A95BB8-F975-4B41-ADCC-72D2AD5E125C}"/>
    <pc:docChg chg="undo custSel modSld">
      <pc:chgData name="Cho, Stephanie" userId="c5564246-5c5b-4724-9a6f-e56a0a4e6858" providerId="ADAL" clId="{42A95BB8-F975-4B41-ADCC-72D2AD5E125C}" dt="2025-12-02T07:44:37.133" v="445" actId="20577"/>
      <pc:docMkLst>
        <pc:docMk/>
      </pc:docMkLst>
      <pc:sldChg chg="modSp mod">
        <pc:chgData name="Cho, Stephanie" userId="c5564246-5c5b-4724-9a6f-e56a0a4e6858" providerId="ADAL" clId="{42A95BB8-F975-4B41-ADCC-72D2AD5E125C}" dt="2025-12-02T07:44:37.133" v="445" actId="20577"/>
        <pc:sldMkLst>
          <pc:docMk/>
          <pc:sldMk cId="0" sldId="256"/>
        </pc:sldMkLst>
        <pc:spChg chg="mod">
          <ac:chgData name="Cho, Stephanie" userId="c5564246-5c5b-4724-9a6f-e56a0a4e6858" providerId="ADAL" clId="{42A95BB8-F975-4B41-ADCC-72D2AD5E125C}" dt="2025-12-02T07:13:38.748" v="6" actId="1076"/>
          <ac:spMkLst>
            <pc:docMk/>
            <pc:sldMk cId="0" sldId="256"/>
            <ac:spMk id="2" creationId="{6EDE800B-8754-9D27-B8E5-20DD902C4C6D}"/>
          </ac:spMkLst>
        </pc:spChg>
        <pc:spChg chg="mod">
          <ac:chgData name="Cho, Stephanie" userId="c5564246-5c5b-4724-9a6f-e56a0a4e6858" providerId="ADAL" clId="{42A95BB8-F975-4B41-ADCC-72D2AD5E125C}" dt="2025-12-02T07:41:44.875" v="361" actId="1076"/>
          <ac:spMkLst>
            <pc:docMk/>
            <pc:sldMk cId="0" sldId="256"/>
            <ac:spMk id="11" creationId="{FEBF34DA-D9ED-FB71-3352-F68CF066BE93}"/>
          </ac:spMkLst>
        </pc:spChg>
        <pc:spChg chg="mod">
          <ac:chgData name="Cho, Stephanie" userId="c5564246-5c5b-4724-9a6f-e56a0a4e6858" providerId="ADAL" clId="{42A95BB8-F975-4B41-ADCC-72D2AD5E125C}" dt="2025-12-02T07:21:05.660" v="165" actId="20577"/>
          <ac:spMkLst>
            <pc:docMk/>
            <pc:sldMk cId="0" sldId="256"/>
            <ac:spMk id="13" creationId="{D316FFB5-2307-45D7-2BBD-11518F03C23A}"/>
          </ac:spMkLst>
        </pc:spChg>
        <pc:spChg chg="mod">
          <ac:chgData name="Cho, Stephanie" userId="c5564246-5c5b-4724-9a6f-e56a0a4e6858" providerId="ADAL" clId="{42A95BB8-F975-4B41-ADCC-72D2AD5E125C}" dt="2025-12-02T07:43:09.274" v="395" actId="20577"/>
          <ac:spMkLst>
            <pc:docMk/>
            <pc:sldMk cId="0" sldId="256"/>
            <ac:spMk id="19" creationId="{C5E2A24C-AFC4-AEE2-FFB2-A0252795C592}"/>
          </ac:spMkLst>
        </pc:spChg>
        <pc:spChg chg="mod">
          <ac:chgData name="Cho, Stephanie" userId="c5564246-5c5b-4724-9a6f-e56a0a4e6858" providerId="ADAL" clId="{42A95BB8-F975-4B41-ADCC-72D2AD5E125C}" dt="2025-12-02T07:43:21.514" v="399" actId="20577"/>
          <ac:spMkLst>
            <pc:docMk/>
            <pc:sldMk cId="0" sldId="256"/>
            <ac:spMk id="20" creationId="{328F7354-C665-A09B-74A7-D2C7C1E45C8E}"/>
          </ac:spMkLst>
        </pc:spChg>
        <pc:spChg chg="mod">
          <ac:chgData name="Cho, Stephanie" userId="c5564246-5c5b-4724-9a6f-e56a0a4e6858" providerId="ADAL" clId="{42A95BB8-F975-4B41-ADCC-72D2AD5E125C}" dt="2025-12-02T07:43:27.898" v="403" actId="20577"/>
          <ac:spMkLst>
            <pc:docMk/>
            <pc:sldMk cId="0" sldId="256"/>
            <ac:spMk id="21" creationId="{AFBBF18F-4DDD-0A95-1D7E-06E1F3BD9630}"/>
          </ac:spMkLst>
        </pc:spChg>
        <pc:spChg chg="mod">
          <ac:chgData name="Cho, Stephanie" userId="c5564246-5c5b-4724-9a6f-e56a0a4e6858" providerId="ADAL" clId="{42A95BB8-F975-4B41-ADCC-72D2AD5E125C}" dt="2025-12-02T07:21:53.853" v="170" actId="113"/>
          <ac:spMkLst>
            <pc:docMk/>
            <pc:sldMk cId="0" sldId="256"/>
            <ac:spMk id="34" creationId="{00000000-0000-0000-0000-000000000000}"/>
          </ac:spMkLst>
        </pc:spChg>
        <pc:spChg chg="mod">
          <ac:chgData name="Cho, Stephanie" userId="c5564246-5c5b-4724-9a6f-e56a0a4e6858" providerId="ADAL" clId="{42A95BB8-F975-4B41-ADCC-72D2AD5E125C}" dt="2025-12-02T07:22:28.485" v="171" actId="107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Cho, Stephanie" userId="c5564246-5c5b-4724-9a6f-e56a0a4e6858" providerId="ADAL" clId="{42A95BB8-F975-4B41-ADCC-72D2AD5E125C}" dt="2025-12-02T07:16:40.876" v="151" actId="1076"/>
          <ac:spMkLst>
            <pc:docMk/>
            <pc:sldMk cId="0" sldId="256"/>
            <ac:spMk id="38" creationId="{8860DE96-7FE9-32C0-435D-45B2DDC7EFA9}"/>
          </ac:spMkLst>
        </pc:spChg>
        <pc:spChg chg="mod">
          <ac:chgData name="Cho, Stephanie" userId="c5564246-5c5b-4724-9a6f-e56a0a4e6858" providerId="ADAL" clId="{42A95BB8-F975-4B41-ADCC-72D2AD5E125C}" dt="2025-12-02T07:44:37.133" v="445" actId="20577"/>
          <ac:spMkLst>
            <pc:docMk/>
            <pc:sldMk cId="0" sldId="256"/>
            <ac:spMk id="44" creationId="{00000000-0000-0000-0000-000000000000}"/>
          </ac:spMkLst>
        </pc:spChg>
        <pc:spChg chg="mod">
          <ac:chgData name="Cho, Stephanie" userId="c5564246-5c5b-4724-9a6f-e56a0a4e6858" providerId="ADAL" clId="{42A95BB8-F975-4B41-ADCC-72D2AD5E125C}" dt="2025-12-02T07:21:23.609" v="167" actId="1076"/>
          <ac:spMkLst>
            <pc:docMk/>
            <pc:sldMk cId="0" sldId="256"/>
            <ac:spMk id="46" creationId="{00000000-0000-0000-0000-000000000000}"/>
          </ac:spMkLst>
        </pc:spChg>
        <pc:spChg chg="mod">
          <ac:chgData name="Cho, Stephanie" userId="c5564246-5c5b-4724-9a6f-e56a0a4e6858" providerId="ADAL" clId="{42A95BB8-F975-4B41-ADCC-72D2AD5E125C}" dt="2025-12-02T07:17:12.065" v="154" actId="1076"/>
          <ac:spMkLst>
            <pc:docMk/>
            <pc:sldMk cId="0" sldId="256"/>
            <ac:spMk id="47" creationId="{1B54B738-C7E7-F65A-7DF7-261CB41447AE}"/>
          </ac:spMkLst>
        </pc:spChg>
        <pc:picChg chg="mod">
          <ac:chgData name="Cho, Stephanie" userId="c5564246-5c5b-4724-9a6f-e56a0a4e6858" providerId="ADAL" clId="{42A95BB8-F975-4B41-ADCC-72D2AD5E125C}" dt="2025-12-02T07:15:53.230" v="147" actId="1076"/>
          <ac:picMkLst>
            <pc:docMk/>
            <pc:sldMk cId="0" sldId="256"/>
            <ac:picMk id="15" creationId="{197BA6F4-5193-A8F5-4EAA-CBC0B86507E4}"/>
          </ac:picMkLst>
        </pc:picChg>
        <pc:picChg chg="mod">
          <ac:chgData name="Cho, Stephanie" userId="c5564246-5c5b-4724-9a6f-e56a0a4e6858" providerId="ADAL" clId="{42A95BB8-F975-4B41-ADCC-72D2AD5E125C}" dt="2025-12-02T07:21:30.487" v="168" actId="1076"/>
          <ac:picMkLst>
            <pc:docMk/>
            <pc:sldMk cId="0" sldId="256"/>
            <ac:picMk id="17" creationId="{18FB1E4B-3E46-1512-F616-2F8FFB8E221F}"/>
          </ac:picMkLst>
        </pc:picChg>
      </pc:sldChg>
    </pc:docChg>
  </pc:docChgLst>
  <pc:docChgLst>
    <pc:chgData name="Friedrichs, Sarah D" userId="S::sfriedrichs3@gatech.edu::de266eae-e46e-4b2b-b427-4986ec0776e7" providerId="AD" clId="Web-{7FE18046-72C4-41E2-8A0A-84F27D6A3E95}"/>
    <pc:docChg chg="modSld">
      <pc:chgData name="Friedrichs, Sarah D" userId="S::sfriedrichs3@gatech.edu::de266eae-e46e-4b2b-b427-4986ec0776e7" providerId="AD" clId="Web-{7FE18046-72C4-41E2-8A0A-84F27D6A3E95}" dt="2025-12-02T15:02:54.529" v="162" actId="14100"/>
      <pc:docMkLst>
        <pc:docMk/>
      </pc:docMkLst>
      <pc:sldChg chg="addSp delSp modSp modCm">
        <pc:chgData name="Friedrichs, Sarah D" userId="S::sfriedrichs3@gatech.edu::de266eae-e46e-4b2b-b427-4986ec0776e7" providerId="AD" clId="Web-{7FE18046-72C4-41E2-8A0A-84F27D6A3E95}" dt="2025-12-02T15:02:54.529" v="162" actId="14100"/>
        <pc:sldMkLst>
          <pc:docMk/>
          <pc:sldMk cId="0" sldId="256"/>
        </pc:sldMkLst>
        <pc:spChg chg="mod">
          <ac:chgData name="Friedrichs, Sarah D" userId="S::sfriedrichs3@gatech.edu::de266eae-e46e-4b2b-b427-4986ec0776e7" providerId="AD" clId="Web-{7FE18046-72C4-41E2-8A0A-84F27D6A3E95}" dt="2025-12-02T14:48:02.538" v="32" actId="1076"/>
          <ac:spMkLst>
            <pc:docMk/>
            <pc:sldMk cId="0" sldId="256"/>
            <ac:spMk id="2" creationId="{6EDE800B-8754-9D27-B8E5-20DD902C4C6D}"/>
          </ac:spMkLst>
        </pc:spChg>
        <pc:spChg chg="mod">
          <ac:chgData name="Friedrichs, Sarah D" userId="S::sfriedrichs3@gatech.edu::de266eae-e46e-4b2b-b427-4986ec0776e7" providerId="AD" clId="Web-{7FE18046-72C4-41E2-8A0A-84F27D6A3E95}" dt="2025-12-02T14:45:15.475" v="10"/>
          <ac:spMkLst>
            <pc:docMk/>
            <pc:sldMk cId="0" sldId="256"/>
            <ac:spMk id="7" creationId="{E2A84B70-0987-1A03-D917-FCC4D0940A81}"/>
          </ac:spMkLst>
        </pc:spChg>
        <pc:spChg chg="del mod">
          <ac:chgData name="Friedrichs, Sarah D" userId="S::sfriedrichs3@gatech.edu::de266eae-e46e-4b2b-b427-4986ec0776e7" providerId="AD" clId="Web-{7FE18046-72C4-41E2-8A0A-84F27D6A3E95}" dt="2025-12-02T14:53:53.464" v="46"/>
          <ac:spMkLst>
            <pc:docMk/>
            <pc:sldMk cId="0" sldId="256"/>
            <ac:spMk id="9" creationId="{DB7C9F63-D3CB-F929-37F1-731BC2923039}"/>
          </ac:spMkLst>
        </pc:spChg>
        <pc:spChg chg="mod">
          <ac:chgData name="Friedrichs, Sarah D" userId="S::sfriedrichs3@gatech.edu::de266eae-e46e-4b2b-b427-4986ec0776e7" providerId="AD" clId="Web-{7FE18046-72C4-41E2-8A0A-84F27D6A3E95}" dt="2025-12-02T14:57:10.199" v="88" actId="1076"/>
          <ac:spMkLst>
            <pc:docMk/>
            <pc:sldMk cId="0" sldId="256"/>
            <ac:spMk id="10" creationId="{D6209B09-E972-01FF-0D49-E8F197C3EEBE}"/>
          </ac:spMkLst>
        </pc:spChg>
        <pc:spChg chg="del">
          <ac:chgData name="Friedrichs, Sarah D" userId="S::sfriedrichs3@gatech.edu::de266eae-e46e-4b2b-b427-4986ec0776e7" providerId="AD" clId="Web-{7FE18046-72C4-41E2-8A0A-84F27D6A3E95}" dt="2025-12-02T14:37:12.302" v="0"/>
          <ac:spMkLst>
            <pc:docMk/>
            <pc:sldMk cId="0" sldId="256"/>
            <ac:spMk id="18" creationId="{14B523D9-4ACE-4CA3-3C56-CFDC1E0DAB59}"/>
          </ac:spMkLst>
        </pc:spChg>
        <pc:spChg chg="mod">
          <ac:chgData name="Friedrichs, Sarah D" userId="S::sfriedrichs3@gatech.edu::de266eae-e46e-4b2b-b427-4986ec0776e7" providerId="AD" clId="Web-{7FE18046-72C4-41E2-8A0A-84F27D6A3E95}" dt="2025-12-02T14:57:04.481" v="87" actId="20577"/>
          <ac:spMkLst>
            <pc:docMk/>
            <pc:sldMk cId="0" sldId="256"/>
            <ac:spMk id="20" creationId="{328F7354-C665-A09B-74A7-D2C7C1E45C8E}"/>
          </ac:spMkLst>
        </pc:spChg>
        <pc:spChg chg="mod">
          <ac:chgData name="Friedrichs, Sarah D" userId="S::sfriedrichs3@gatech.edu::de266eae-e46e-4b2b-b427-4986ec0776e7" providerId="AD" clId="Web-{7FE18046-72C4-41E2-8A0A-84F27D6A3E95}" dt="2025-12-02T14:56:38.356" v="77" actId="1076"/>
          <ac:spMkLst>
            <pc:docMk/>
            <pc:sldMk cId="0" sldId="256"/>
            <ac:spMk id="26" creationId="{6C870B7A-7098-6D20-217C-DF48FAED2D27}"/>
          </ac:spMkLst>
        </pc:spChg>
        <pc:spChg chg="mod">
          <ac:chgData name="Friedrichs, Sarah D" userId="S::sfriedrichs3@gatech.edu::de266eae-e46e-4b2b-b427-4986ec0776e7" providerId="AD" clId="Web-{7FE18046-72C4-41E2-8A0A-84F27D6A3E95}" dt="2025-12-02T14:47:48.835" v="31" actId="20577"/>
          <ac:spMkLst>
            <pc:docMk/>
            <pc:sldMk cId="0" sldId="256"/>
            <ac:spMk id="34" creationId="{00000000-0000-0000-0000-000000000000}"/>
          </ac:spMkLst>
        </pc:spChg>
        <pc:spChg chg="mod">
          <ac:chgData name="Friedrichs, Sarah D" userId="S::sfriedrichs3@gatech.edu::de266eae-e46e-4b2b-b427-4986ec0776e7" providerId="AD" clId="Web-{7FE18046-72C4-41E2-8A0A-84F27D6A3E95}" dt="2025-12-02T14:56:50.418" v="79" actId="1076"/>
          <ac:spMkLst>
            <pc:docMk/>
            <pc:sldMk cId="0" sldId="256"/>
            <ac:spMk id="35" creationId="{00000000-0000-0000-0000-000000000000}"/>
          </ac:spMkLst>
        </pc:spChg>
        <pc:spChg chg="add del">
          <ac:chgData name="Friedrichs, Sarah D" userId="S::sfriedrichs3@gatech.edu::de266eae-e46e-4b2b-b427-4986ec0776e7" providerId="AD" clId="Web-{7FE18046-72C4-41E2-8A0A-84F27D6A3E95}" dt="2025-12-02T14:51:07.072" v="33"/>
          <ac:spMkLst>
            <pc:docMk/>
            <pc:sldMk cId="0" sldId="256"/>
            <ac:spMk id="43" creationId="{00000000-0000-0000-0000-000000000000}"/>
          </ac:spMkLst>
        </pc:spChg>
        <pc:spChg chg="mod">
          <ac:chgData name="Friedrichs, Sarah D" userId="S::sfriedrichs3@gatech.edu::de266eae-e46e-4b2b-b427-4986ec0776e7" providerId="AD" clId="Web-{7FE18046-72C4-41E2-8A0A-84F27D6A3E95}" dt="2025-12-02T15:00:32.747" v="147" actId="20577"/>
          <ac:spMkLst>
            <pc:docMk/>
            <pc:sldMk cId="0" sldId="256"/>
            <ac:spMk id="44" creationId="{00000000-0000-0000-0000-000000000000}"/>
          </ac:spMkLst>
        </pc:spChg>
        <pc:spChg chg="del mod">
          <ac:chgData name="Friedrichs, Sarah D" userId="S::sfriedrichs3@gatech.edu::de266eae-e46e-4b2b-b427-4986ec0776e7" providerId="AD" clId="Web-{7FE18046-72C4-41E2-8A0A-84F27D6A3E95}" dt="2025-12-02T14:53:57.948" v="47"/>
          <ac:spMkLst>
            <pc:docMk/>
            <pc:sldMk cId="0" sldId="256"/>
            <ac:spMk id="46" creationId="{00000000-0000-0000-0000-000000000000}"/>
          </ac:spMkLst>
        </pc:spChg>
        <pc:spChg chg="del mod">
          <ac:chgData name="Friedrichs, Sarah D" userId="S::sfriedrichs3@gatech.edu::de266eae-e46e-4b2b-b427-4986ec0776e7" providerId="AD" clId="Web-{7FE18046-72C4-41E2-8A0A-84F27D6A3E95}" dt="2025-12-02T14:53:50.745" v="45"/>
          <ac:spMkLst>
            <pc:docMk/>
            <pc:sldMk cId="0" sldId="256"/>
            <ac:spMk id="47" creationId="{1B54B738-C7E7-F65A-7DF7-261CB41447AE}"/>
          </ac:spMkLst>
        </pc:spChg>
        <pc:spChg chg="del">
          <ac:chgData name="Friedrichs, Sarah D" userId="S::sfriedrichs3@gatech.edu::de266eae-e46e-4b2b-b427-4986ec0776e7" providerId="AD" clId="Web-{7FE18046-72C4-41E2-8A0A-84F27D6A3E95}" dt="2025-12-02T14:51:09.947" v="34"/>
          <ac:spMkLst>
            <pc:docMk/>
            <pc:sldMk cId="0" sldId="256"/>
            <ac:spMk id="49" creationId="{00000000-0000-0000-0000-000000000000}"/>
          </ac:spMkLst>
        </pc:spChg>
        <pc:graphicFrameChg chg="mod">
          <ac:chgData name="Friedrichs, Sarah D" userId="S::sfriedrichs3@gatech.edu::de266eae-e46e-4b2b-b427-4986ec0776e7" providerId="AD" clId="Web-{7FE18046-72C4-41E2-8A0A-84F27D6A3E95}" dt="2025-12-02T14:56:43.246" v="78" actId="1076"/>
          <ac:graphicFrameMkLst>
            <pc:docMk/>
            <pc:sldMk cId="0" sldId="256"/>
            <ac:graphicFrameMk id="8" creationId="{42C76E80-5C07-9211-9940-E735081071FD}"/>
          </ac:graphicFrameMkLst>
        </pc:graphicFrameChg>
        <pc:graphicFrameChg chg="mod modGraphic">
          <ac:chgData name="Friedrichs, Sarah D" userId="S::sfriedrichs3@gatech.edu::de266eae-e46e-4b2b-b427-4986ec0776e7" providerId="AD" clId="Web-{7FE18046-72C4-41E2-8A0A-84F27D6A3E95}" dt="2025-12-02T15:02:18.435" v="160"/>
          <ac:graphicFrameMkLst>
            <pc:docMk/>
            <pc:sldMk cId="0" sldId="256"/>
            <ac:graphicFrameMk id="28" creationId="{2EBDFDF2-5479-971D-5126-DA7375B4D240}"/>
          </ac:graphicFrameMkLst>
        </pc:graphicFrameChg>
        <pc:picChg chg="mod">
          <ac:chgData name="Friedrichs, Sarah D" userId="S::sfriedrichs3@gatech.edu::de266eae-e46e-4b2b-b427-4986ec0776e7" providerId="AD" clId="Web-{7FE18046-72C4-41E2-8A0A-84F27D6A3E95}" dt="2025-12-02T15:02:54.529" v="162" actId="14100"/>
          <ac:picMkLst>
            <pc:docMk/>
            <pc:sldMk cId="0" sldId="256"/>
            <ac:picMk id="5" creationId="{CDEB2DF0-79F6-2233-3334-3FAA4A39F970}"/>
          </ac:picMkLst>
        </pc:picChg>
        <pc:picChg chg="mod">
          <ac:chgData name="Friedrichs, Sarah D" userId="S::sfriedrichs3@gatech.edu::de266eae-e46e-4b2b-b427-4986ec0776e7" providerId="AD" clId="Web-{7FE18046-72C4-41E2-8A0A-84F27D6A3E95}" dt="2025-12-02T14:55:52.168" v="70" actId="1076"/>
          <ac:picMkLst>
            <pc:docMk/>
            <pc:sldMk cId="0" sldId="256"/>
            <ac:picMk id="15" creationId="{197BA6F4-5193-A8F5-4EAA-CBC0B86507E4}"/>
          </ac:picMkLst>
        </pc:picChg>
        <pc:picChg chg="mod">
          <ac:chgData name="Friedrichs, Sarah D" userId="S::sfriedrichs3@gatech.edu::de266eae-e46e-4b2b-b427-4986ec0776e7" providerId="AD" clId="Web-{7FE18046-72C4-41E2-8A0A-84F27D6A3E95}" dt="2025-12-02T14:55:40.824" v="68" actId="1076"/>
          <ac:picMkLst>
            <pc:docMk/>
            <pc:sldMk cId="0" sldId="256"/>
            <ac:picMk id="17" creationId="{18FB1E4B-3E46-1512-F616-2F8FFB8E221F}"/>
          </ac:picMkLst>
        </pc:picChg>
        <pc:picChg chg="mod modCrop">
          <ac:chgData name="Friedrichs, Sarah D" userId="S::sfriedrichs3@gatech.edu::de266eae-e46e-4b2b-b427-4986ec0776e7" providerId="AD" clId="Web-{7FE18046-72C4-41E2-8A0A-84F27D6A3E95}" dt="2025-12-02T14:54:42.589" v="54"/>
          <ac:picMkLst>
            <pc:docMk/>
            <pc:sldMk cId="0" sldId="256"/>
            <ac:picMk id="38" creationId="{3CFED789-A15C-C797-CB72-722C94F84B2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Friedrichs, Sarah D" userId="S::sfriedrichs3@gatech.edu::de266eae-e46e-4b2b-b427-4986ec0776e7" providerId="AD" clId="Web-{7FE18046-72C4-41E2-8A0A-84F27D6A3E95}" dt="2025-12-02T15:00:32.747" v="147" actId="20577"/>
              <pc2:cmMkLst xmlns:pc2="http://schemas.microsoft.com/office/powerpoint/2019/9/main/command">
                <pc:docMk/>
                <pc:sldMk cId="0" sldId="256"/>
                <pc2:cmMk id="{D70E4AFE-1269-9C43-9C86-B6096D0367CD}"/>
              </pc2:cmMkLst>
            </pc226:cmChg>
          </p:ext>
        </pc:extLst>
      </pc:sldChg>
    </pc:docChg>
  </pc:docChgLst>
  <pc:docChgLst>
    <pc:chgData name="Sarah Friedrichs" userId="de266eae-e46e-4b2b-b427-4986ec0776e7" providerId="ADAL" clId="{3335589E-34D9-5C51-91C4-D2DF3616021E}"/>
    <pc:docChg chg="undo custSel modSld">
      <pc:chgData name="Sarah Friedrichs" userId="de266eae-e46e-4b2b-b427-4986ec0776e7" providerId="ADAL" clId="{3335589E-34D9-5C51-91C4-D2DF3616021E}" dt="2025-11-30T17:59:51.019" v="2052" actId="478"/>
      <pc:docMkLst>
        <pc:docMk/>
      </pc:docMkLst>
      <pc:sldChg chg="addSp delSp modSp mod">
        <pc:chgData name="Sarah Friedrichs" userId="de266eae-e46e-4b2b-b427-4986ec0776e7" providerId="ADAL" clId="{3335589E-34D9-5C51-91C4-D2DF3616021E}" dt="2025-11-30T17:59:51.019" v="2052" actId="478"/>
        <pc:sldMkLst>
          <pc:docMk/>
          <pc:sldMk cId="0" sldId="256"/>
        </pc:sldMkLst>
        <pc:spChg chg="mod">
          <ac:chgData name="Sarah Friedrichs" userId="de266eae-e46e-4b2b-b427-4986ec0776e7" providerId="ADAL" clId="{3335589E-34D9-5C51-91C4-D2DF3616021E}" dt="2025-11-30T17:59:00.307" v="2037" actId="1076"/>
          <ac:spMkLst>
            <pc:docMk/>
            <pc:sldMk cId="0" sldId="256"/>
            <ac:spMk id="2" creationId="{6EDE800B-8754-9D27-B8E5-20DD902C4C6D}"/>
          </ac:spMkLst>
        </pc:spChg>
        <pc:spChg chg="mod">
          <ac:chgData name="Sarah Friedrichs" userId="de266eae-e46e-4b2b-b427-4986ec0776e7" providerId="ADAL" clId="{3335589E-34D9-5C51-91C4-D2DF3616021E}" dt="2025-11-30T17:59:08.399" v="2047" actId="20577"/>
          <ac:spMkLst>
            <pc:docMk/>
            <pc:sldMk cId="0" sldId="256"/>
            <ac:spMk id="7" creationId="{E2A84B70-0987-1A03-D917-FCC4D0940A81}"/>
          </ac:spMkLst>
        </pc:spChg>
        <pc:spChg chg="add mod">
          <ac:chgData name="Sarah Friedrichs" userId="de266eae-e46e-4b2b-b427-4986ec0776e7" providerId="ADAL" clId="{3335589E-34D9-5C51-91C4-D2DF3616021E}" dt="2025-11-30T17:58:16.935" v="2018" actId="1076"/>
          <ac:spMkLst>
            <pc:docMk/>
            <pc:sldMk cId="0" sldId="256"/>
            <ac:spMk id="13" creationId="{D316FFB5-2307-45D7-2BBD-11518F03C23A}"/>
          </ac:spMkLst>
        </pc:spChg>
        <pc:spChg chg="mod">
          <ac:chgData name="Sarah Friedrichs" userId="de266eae-e46e-4b2b-b427-4986ec0776e7" providerId="ADAL" clId="{3335589E-34D9-5C51-91C4-D2DF3616021E}" dt="2025-11-29T18:35:31.578" v="291" actId="14100"/>
          <ac:spMkLst>
            <pc:docMk/>
            <pc:sldMk cId="0" sldId="256"/>
            <ac:spMk id="34" creationId="{00000000-0000-0000-0000-000000000000}"/>
          </ac:spMkLst>
        </pc:spChg>
        <pc:spChg chg="mod">
          <ac:chgData name="Sarah Friedrichs" userId="de266eae-e46e-4b2b-b427-4986ec0776e7" providerId="ADAL" clId="{3335589E-34D9-5C51-91C4-D2DF3616021E}" dt="2025-11-30T17:35:55.018" v="1227" actId="20577"/>
          <ac:spMkLst>
            <pc:docMk/>
            <pc:sldMk cId="0" sldId="256"/>
            <ac:spMk id="35" creationId="{00000000-0000-0000-0000-000000000000}"/>
          </ac:spMkLst>
        </pc:spChg>
        <pc:graphicFrameChg chg="add mod modGraphic">
          <ac:chgData name="Sarah Friedrichs" userId="de266eae-e46e-4b2b-b427-4986ec0776e7" providerId="ADAL" clId="{3335589E-34D9-5C51-91C4-D2DF3616021E}" dt="2025-11-30T17:38:34.646" v="1236" actId="20577"/>
          <ac:graphicFrameMkLst>
            <pc:docMk/>
            <pc:sldMk cId="0" sldId="256"/>
            <ac:graphicFrameMk id="8" creationId="{42C76E80-5C07-9211-9940-E735081071FD}"/>
          </ac:graphicFrameMkLst>
        </pc:graphicFrameChg>
        <pc:picChg chg="add mod">
          <ac:chgData name="Sarah Friedrichs" userId="de266eae-e46e-4b2b-b427-4986ec0776e7" providerId="ADAL" clId="{3335589E-34D9-5C51-91C4-D2DF3616021E}" dt="2025-11-30T17:58:26.832" v="2023" actId="1076"/>
          <ac:picMkLst>
            <pc:docMk/>
            <pc:sldMk cId="0" sldId="256"/>
            <ac:picMk id="17" creationId="{18FB1E4B-3E46-1512-F616-2F8FFB8E221F}"/>
          </ac:picMkLst>
        </pc:picChg>
      </pc:sldChg>
    </pc:docChg>
  </pc:docChgLst>
  <pc:docChgLst>
    <pc:chgData name="Young, Julie O" userId="S::jyoung369@gatech.edu::0b37f1ec-c8fc-4c3f-a9c9-dbdaadccab55" providerId="AD" clId="Web-{57DF76D3-2723-861B-DCF4-9545BE4E77FD}"/>
    <pc:docChg chg="modSld">
      <pc:chgData name="Young, Julie O" userId="S::jyoung369@gatech.edu::0b37f1ec-c8fc-4c3f-a9c9-dbdaadccab55" providerId="AD" clId="Web-{57DF76D3-2723-861B-DCF4-9545BE4E77FD}" dt="2025-12-02T14:21:45.141" v="297" actId="20577"/>
      <pc:docMkLst>
        <pc:docMk/>
      </pc:docMkLst>
      <pc:sldChg chg="addSp delSp modSp modCm">
        <pc:chgData name="Young, Julie O" userId="S::jyoung369@gatech.edu::0b37f1ec-c8fc-4c3f-a9c9-dbdaadccab55" providerId="AD" clId="Web-{57DF76D3-2723-861B-DCF4-9545BE4E77FD}" dt="2025-12-02T14:21:45.141" v="297" actId="20577"/>
        <pc:sldMkLst>
          <pc:docMk/>
          <pc:sldMk cId="0" sldId="256"/>
        </pc:sldMkLst>
        <pc:spChg chg="add mod">
          <ac:chgData name="Young, Julie O" userId="S::jyoung369@gatech.edu::0b37f1ec-c8fc-4c3f-a9c9-dbdaadccab55" providerId="AD" clId="Web-{57DF76D3-2723-861B-DCF4-9545BE4E77FD}" dt="2025-12-02T13:27:10.564" v="88" actId="1076"/>
          <ac:spMkLst>
            <pc:docMk/>
            <pc:sldMk cId="0" sldId="256"/>
            <ac:spMk id="18" creationId="{14B523D9-4ACE-4CA3-3C56-CFDC1E0DAB59}"/>
          </ac:spMkLst>
        </pc:spChg>
        <pc:spChg chg="mod">
          <ac:chgData name="Young, Julie O" userId="S::jyoung369@gatech.edu::0b37f1ec-c8fc-4c3f-a9c9-dbdaadccab55" providerId="AD" clId="Web-{57DF76D3-2723-861B-DCF4-9545BE4E77FD}" dt="2025-12-02T13:21:52.972" v="19" actId="20577"/>
          <ac:spMkLst>
            <pc:docMk/>
            <pc:sldMk cId="0" sldId="256"/>
            <ac:spMk id="21" creationId="{AFBBF18F-4DDD-0A95-1D7E-06E1F3BD9630}"/>
          </ac:spMkLst>
        </pc:spChg>
        <pc:spChg chg="add">
          <ac:chgData name="Young, Julie O" userId="S::jyoung369@gatech.edu::0b37f1ec-c8fc-4c3f-a9c9-dbdaadccab55" providerId="AD" clId="Web-{57DF76D3-2723-861B-DCF4-9545BE4E77FD}" dt="2025-12-02T13:24:09.464" v="54"/>
          <ac:spMkLst>
            <pc:docMk/>
            <pc:sldMk cId="0" sldId="256"/>
            <ac:spMk id="22" creationId="{02A195FA-B9B7-E97B-924E-AB93168FA879}"/>
          </ac:spMkLst>
        </pc:spChg>
        <pc:spChg chg="add">
          <ac:chgData name="Young, Julie O" userId="S::jyoung369@gatech.edu::0b37f1ec-c8fc-4c3f-a9c9-dbdaadccab55" providerId="AD" clId="Web-{57DF76D3-2723-861B-DCF4-9545BE4E77FD}" dt="2025-12-02T13:24:16.793" v="56"/>
          <ac:spMkLst>
            <pc:docMk/>
            <pc:sldMk cId="0" sldId="256"/>
            <ac:spMk id="23" creationId="{38A3A67C-F58C-6C0E-3E56-8188E8FB6351}"/>
          </ac:spMkLst>
        </pc:spChg>
        <pc:spChg chg="add">
          <ac:chgData name="Young, Julie O" userId="S::jyoung369@gatech.edu::0b37f1ec-c8fc-4c3f-a9c9-dbdaadccab55" providerId="AD" clId="Web-{57DF76D3-2723-861B-DCF4-9545BE4E77FD}" dt="2025-12-02T13:24:22.715" v="57"/>
          <ac:spMkLst>
            <pc:docMk/>
            <pc:sldMk cId="0" sldId="256"/>
            <ac:spMk id="24" creationId="{8A30418D-6EBD-4447-9A24-655F537AD39C}"/>
          </ac:spMkLst>
        </pc:spChg>
        <pc:spChg chg="add">
          <ac:chgData name="Young, Julie O" userId="S::jyoung369@gatech.edu::0b37f1ec-c8fc-4c3f-a9c9-dbdaadccab55" providerId="AD" clId="Web-{57DF76D3-2723-861B-DCF4-9545BE4E77FD}" dt="2025-12-02T13:24:29.168" v="58"/>
          <ac:spMkLst>
            <pc:docMk/>
            <pc:sldMk cId="0" sldId="256"/>
            <ac:spMk id="25" creationId="{64CA8B60-87A1-AEBE-A122-191F0F52D409}"/>
          </ac:spMkLst>
        </pc:spChg>
        <pc:spChg chg="add">
          <ac:chgData name="Young, Julie O" userId="S::jyoung369@gatech.edu::0b37f1ec-c8fc-4c3f-a9c9-dbdaadccab55" providerId="AD" clId="Web-{57DF76D3-2723-861B-DCF4-9545BE4E77FD}" dt="2025-12-02T13:24:34.387" v="59"/>
          <ac:spMkLst>
            <pc:docMk/>
            <pc:sldMk cId="0" sldId="256"/>
            <ac:spMk id="27" creationId="{99C0C6AB-56EC-CED5-01BC-A3C39669D0CE}"/>
          </ac:spMkLst>
        </pc:spChg>
        <pc:spChg chg="add">
          <ac:chgData name="Young, Julie O" userId="S::jyoung369@gatech.edu::0b37f1ec-c8fc-4c3f-a9c9-dbdaadccab55" providerId="AD" clId="Web-{57DF76D3-2723-861B-DCF4-9545BE4E77FD}" dt="2025-12-02T13:24:37.434" v="60"/>
          <ac:spMkLst>
            <pc:docMk/>
            <pc:sldMk cId="0" sldId="256"/>
            <ac:spMk id="29" creationId="{62DAF554-54E8-D8F0-27B5-98D24DD98BB2}"/>
          </ac:spMkLst>
        </pc:spChg>
        <pc:spChg chg="add mod ord">
          <ac:chgData name="Young, Julie O" userId="S::jyoung369@gatech.edu::0b37f1ec-c8fc-4c3f-a9c9-dbdaadccab55" providerId="AD" clId="Web-{57DF76D3-2723-861B-DCF4-9545BE4E77FD}" dt="2025-12-02T13:27:16.580" v="89"/>
          <ac:spMkLst>
            <pc:docMk/>
            <pc:sldMk cId="0" sldId="256"/>
            <ac:spMk id="31" creationId="{A0664C74-0294-B0D8-1FDD-57FF6D059A5A}"/>
          </ac:spMkLst>
        </pc:spChg>
        <pc:spChg chg="add mod">
          <ac:chgData name="Young, Julie O" userId="S::jyoung369@gatech.edu::0b37f1ec-c8fc-4c3f-a9c9-dbdaadccab55" providerId="AD" clId="Web-{57DF76D3-2723-861B-DCF4-9545BE4E77FD}" dt="2025-12-02T14:21:45.141" v="297" actId="20577"/>
          <ac:spMkLst>
            <pc:docMk/>
            <pc:sldMk cId="0" sldId="256"/>
            <ac:spMk id="36" creationId="{25E166DA-8642-8D73-A26A-EAFAC0A3096D}"/>
          </ac:spMkLst>
        </pc:spChg>
        <pc:spChg chg="del mod">
          <ac:chgData name="Young, Julie O" userId="S::jyoung369@gatech.edu::0b37f1ec-c8fc-4c3f-a9c9-dbdaadccab55" providerId="AD" clId="Web-{57DF76D3-2723-861B-DCF4-9545BE4E77FD}" dt="2025-12-02T13:24:02.886" v="53"/>
          <ac:spMkLst>
            <pc:docMk/>
            <pc:sldMk cId="0" sldId="256"/>
            <ac:spMk id="38" creationId="{8860DE96-7FE9-32C0-435D-45B2DDC7EFA9}"/>
          </ac:spMkLst>
        </pc:spChg>
        <pc:spChg chg="mod">
          <ac:chgData name="Young, Julie O" userId="S::jyoung369@gatech.edu::0b37f1ec-c8fc-4c3f-a9c9-dbdaadccab55" providerId="AD" clId="Web-{57DF76D3-2723-861B-DCF4-9545BE4E77FD}" dt="2025-12-02T14:15:35.747" v="227" actId="20577"/>
          <ac:spMkLst>
            <pc:docMk/>
            <pc:sldMk cId="0" sldId="256"/>
            <ac:spMk id="44" creationId="{00000000-0000-0000-0000-000000000000}"/>
          </ac:spMkLst>
        </pc:spChg>
        <pc:picChg chg="add del mod">
          <ac:chgData name="Young, Julie O" userId="S::jyoung369@gatech.edu::0b37f1ec-c8fc-4c3f-a9c9-dbdaadccab55" providerId="AD" clId="Web-{57DF76D3-2723-861B-DCF4-9545BE4E77FD}" dt="2025-12-02T14:10:37.963" v="149"/>
          <ac:picMkLst>
            <pc:docMk/>
            <pc:sldMk cId="0" sldId="256"/>
            <ac:picMk id="32" creationId="{BBB752EF-33DC-3924-B140-193EEC716B88}"/>
          </ac:picMkLst>
        </pc:picChg>
        <pc:picChg chg="add mod ord">
          <ac:chgData name="Young, Julie O" userId="S::jyoung369@gatech.edu::0b37f1ec-c8fc-4c3f-a9c9-dbdaadccab55" providerId="AD" clId="Web-{57DF76D3-2723-861B-DCF4-9545BE4E77FD}" dt="2025-12-02T14:10:57.385" v="155"/>
          <ac:picMkLst>
            <pc:docMk/>
            <pc:sldMk cId="0" sldId="256"/>
            <ac:picMk id="38" creationId="{3CFED789-A15C-C797-CB72-722C94F84B24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Young, Julie O" userId="S::jyoung369@gatech.edu::0b37f1ec-c8fc-4c3f-a9c9-dbdaadccab55" providerId="AD" clId="Web-{57DF76D3-2723-861B-DCF4-9545BE4E77FD}" dt="2025-12-02T14:21:45.141" v="297" actId="20577"/>
              <pc2:cmMkLst xmlns:pc2="http://schemas.microsoft.com/office/powerpoint/2019/9/main/command">
                <pc:docMk/>
                <pc:sldMk cId="0" sldId="256"/>
                <pc2:cmMk id="{D70E4AFE-1269-9C43-9C86-B6096D0367CD}"/>
              </pc2:cmMkLst>
            </pc226:cmChg>
          </p:ext>
        </pc:extLst>
      </pc:sldChg>
    </pc:docChg>
  </pc:docChgLst>
  <pc:docChgLst>
    <pc:chgData name="Cho, Stephanie" userId="S::hcho430@gatech.edu::c5564246-5c5b-4724-9a6f-e56a0a4e6858" providerId="AD" clId="Web-{27FF7606-83AB-C57D-1390-464F88628806}"/>
    <pc:docChg chg="modSld">
      <pc:chgData name="Cho, Stephanie" userId="S::hcho430@gatech.edu::c5564246-5c5b-4724-9a6f-e56a0a4e6858" providerId="AD" clId="Web-{27FF7606-83AB-C57D-1390-464F88628806}" dt="2025-12-02T07:11:31.718" v="1609" actId="20577"/>
      <pc:docMkLst>
        <pc:docMk/>
      </pc:docMkLst>
      <pc:sldChg chg="addSp delSp modSp modCm">
        <pc:chgData name="Cho, Stephanie" userId="S::hcho430@gatech.edu::c5564246-5c5b-4724-9a6f-e56a0a4e6858" providerId="AD" clId="Web-{27FF7606-83AB-C57D-1390-464F88628806}" dt="2025-12-02T07:11:31.718" v="1609" actId="20577"/>
        <pc:sldMkLst>
          <pc:docMk/>
          <pc:sldMk cId="0" sldId="256"/>
        </pc:sldMkLst>
        <pc:spChg chg="mod">
          <ac:chgData name="Cho, Stephanie" userId="S::hcho430@gatech.edu::c5564246-5c5b-4724-9a6f-e56a0a4e6858" providerId="AD" clId="Web-{27FF7606-83AB-C57D-1390-464F88628806}" dt="2025-12-02T06:42:26.201" v="1416" actId="1076"/>
          <ac:spMkLst>
            <pc:docMk/>
            <pc:sldMk cId="0" sldId="256"/>
            <ac:spMk id="2" creationId="{6EDE800B-8754-9D27-B8E5-20DD902C4C6D}"/>
          </ac:spMkLst>
        </pc:spChg>
        <pc:spChg chg="mod">
          <ac:chgData name="Cho, Stephanie" userId="S::hcho430@gatech.edu::c5564246-5c5b-4724-9a6f-e56a0a4e6858" providerId="AD" clId="Web-{27FF7606-83AB-C57D-1390-464F88628806}" dt="2025-12-02T07:10:08.592" v="1605" actId="20577"/>
          <ac:spMkLst>
            <pc:docMk/>
            <pc:sldMk cId="0" sldId="256"/>
            <ac:spMk id="7" creationId="{E2A84B70-0987-1A03-D917-FCC4D0940A81}"/>
          </ac:spMkLst>
        </pc:spChg>
        <pc:spChg chg="mod">
          <ac:chgData name="Cho, Stephanie" userId="S::hcho430@gatech.edu::c5564246-5c5b-4724-9a6f-e56a0a4e6858" providerId="AD" clId="Web-{27FF7606-83AB-C57D-1390-464F88628806}" dt="2025-12-02T06:46:31.104" v="1472" actId="1076"/>
          <ac:spMkLst>
            <pc:docMk/>
            <pc:sldMk cId="0" sldId="256"/>
            <ac:spMk id="9" creationId="{DB7C9F63-D3CB-F929-37F1-731BC2923039}"/>
          </ac:spMkLst>
        </pc:spChg>
        <pc:spChg chg="mod">
          <ac:chgData name="Cho, Stephanie" userId="S::hcho430@gatech.edu::c5564246-5c5b-4724-9a6f-e56a0a4e6858" providerId="AD" clId="Web-{27FF7606-83AB-C57D-1390-464F88628806}" dt="2025-12-02T06:52:35.009" v="1507" actId="1076"/>
          <ac:spMkLst>
            <pc:docMk/>
            <pc:sldMk cId="0" sldId="256"/>
            <ac:spMk id="10" creationId="{D6209B09-E972-01FF-0D49-E8F197C3EEBE}"/>
          </ac:spMkLst>
        </pc:spChg>
        <pc:spChg chg="mod">
          <ac:chgData name="Cho, Stephanie" userId="S::hcho430@gatech.edu::c5564246-5c5b-4724-9a6f-e56a0a4e6858" providerId="AD" clId="Web-{27FF7606-83AB-C57D-1390-464F88628806}" dt="2025-12-02T05:51:20.206" v="10" actId="1076"/>
          <ac:spMkLst>
            <pc:docMk/>
            <pc:sldMk cId="0" sldId="256"/>
            <ac:spMk id="11" creationId="{FEBF34DA-D9ED-FB71-3352-F68CF066BE93}"/>
          </ac:spMkLst>
        </pc:spChg>
        <pc:spChg chg="mod">
          <ac:chgData name="Cho, Stephanie" userId="S::hcho430@gatech.edu::c5564246-5c5b-4724-9a6f-e56a0a4e6858" providerId="AD" clId="Web-{27FF7606-83AB-C57D-1390-464F88628806}" dt="2025-12-02T06:42:35.951" v="1417" actId="1076"/>
          <ac:spMkLst>
            <pc:docMk/>
            <pc:sldMk cId="0" sldId="256"/>
            <ac:spMk id="13" creationId="{D316FFB5-2307-45D7-2BBD-11518F03C23A}"/>
          </ac:spMkLst>
        </pc:spChg>
        <pc:spChg chg="del">
          <ac:chgData name="Cho, Stephanie" userId="S::hcho430@gatech.edu::c5564246-5c5b-4724-9a6f-e56a0a4e6858" providerId="AD" clId="Web-{27FF7606-83AB-C57D-1390-464F88628806}" dt="2025-12-02T06:43:31.108" v="1421"/>
          <ac:spMkLst>
            <pc:docMk/>
            <pc:sldMk cId="0" sldId="256"/>
            <ac:spMk id="18" creationId="{7B3CEC11-83B4-D969-29F4-A386B4A96E46}"/>
          </ac:spMkLst>
        </pc:spChg>
        <pc:spChg chg="add mod">
          <ac:chgData name="Cho, Stephanie" userId="S::hcho430@gatech.edu::c5564246-5c5b-4724-9a6f-e56a0a4e6858" providerId="AD" clId="Web-{27FF7606-83AB-C57D-1390-464F88628806}" dt="2025-12-02T07:03:56.640" v="1568" actId="20577"/>
          <ac:spMkLst>
            <pc:docMk/>
            <pc:sldMk cId="0" sldId="256"/>
            <ac:spMk id="19" creationId="{C5E2A24C-AFC4-AEE2-FFB2-A0252795C592}"/>
          </ac:spMkLst>
        </pc:spChg>
        <pc:spChg chg="mod">
          <ac:chgData name="Cho, Stephanie" userId="S::hcho430@gatech.edu::c5564246-5c5b-4724-9a6f-e56a0a4e6858" providerId="AD" clId="Web-{27FF7606-83AB-C57D-1390-464F88628806}" dt="2025-12-02T07:08:06.885" v="1590" actId="20577"/>
          <ac:spMkLst>
            <pc:docMk/>
            <pc:sldMk cId="0" sldId="256"/>
            <ac:spMk id="20" creationId="{328F7354-C665-A09B-74A7-D2C7C1E45C8E}"/>
          </ac:spMkLst>
        </pc:spChg>
        <pc:spChg chg="add mod">
          <ac:chgData name="Cho, Stephanie" userId="S::hcho430@gatech.edu::c5564246-5c5b-4724-9a6f-e56a0a4e6858" providerId="AD" clId="Web-{27FF7606-83AB-C57D-1390-464F88628806}" dt="2025-12-02T07:05:42.849" v="1588" actId="20577"/>
          <ac:spMkLst>
            <pc:docMk/>
            <pc:sldMk cId="0" sldId="256"/>
            <ac:spMk id="21" creationId="{AFBBF18F-4DDD-0A95-1D7E-06E1F3BD9630}"/>
          </ac:spMkLst>
        </pc:spChg>
        <pc:spChg chg="mod">
          <ac:chgData name="Cho, Stephanie" userId="S::hcho430@gatech.edu::c5564246-5c5b-4724-9a6f-e56a0a4e6858" providerId="AD" clId="Web-{27FF7606-83AB-C57D-1390-464F88628806}" dt="2025-12-02T06:43:44.983" v="1424" actId="1076"/>
          <ac:spMkLst>
            <pc:docMk/>
            <pc:sldMk cId="0" sldId="256"/>
            <ac:spMk id="26" creationId="{6C870B7A-7098-6D20-217C-DF48FAED2D27}"/>
          </ac:spMkLst>
        </pc:spChg>
        <pc:spChg chg="mod">
          <ac:chgData name="Cho, Stephanie" userId="S::hcho430@gatech.edu::c5564246-5c5b-4724-9a6f-e56a0a4e6858" providerId="AD" clId="Web-{27FF7606-83AB-C57D-1390-464F88628806}" dt="2025-12-02T07:10:13.998" v="1606" actId="107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Cho, Stephanie" userId="S::hcho430@gatech.edu::c5564246-5c5b-4724-9a6f-e56a0a4e6858" providerId="AD" clId="Web-{27FF7606-83AB-C57D-1390-464F88628806}" dt="2025-12-02T07:11:31.718" v="1609" actId="20577"/>
          <ac:spMkLst>
            <pc:docMk/>
            <pc:sldMk cId="0" sldId="256"/>
            <ac:spMk id="34" creationId="{00000000-0000-0000-0000-000000000000}"/>
          </ac:spMkLst>
        </pc:spChg>
        <pc:spChg chg="mod">
          <ac:chgData name="Cho, Stephanie" userId="S::hcho430@gatech.edu::c5564246-5c5b-4724-9a6f-e56a0a4e6858" providerId="AD" clId="Web-{27FF7606-83AB-C57D-1390-464F88628806}" dt="2025-12-02T06:52:23.822" v="1505" actId="1076"/>
          <ac:spMkLst>
            <pc:docMk/>
            <pc:sldMk cId="0" sldId="256"/>
            <ac:spMk id="35" creationId="{00000000-0000-0000-0000-000000000000}"/>
          </ac:spMkLst>
        </pc:spChg>
        <pc:spChg chg="del">
          <ac:chgData name="Cho, Stephanie" userId="S::hcho430@gatech.edu::c5564246-5c5b-4724-9a6f-e56a0a4e6858" providerId="AD" clId="Web-{27FF7606-83AB-C57D-1390-464F88628806}" dt="2025-12-02T05:46:18.108" v="1"/>
          <ac:spMkLst>
            <pc:docMk/>
            <pc:sldMk cId="0" sldId="256"/>
            <ac:spMk id="36" creationId="{CFDEBFE7-C4C8-0CA4-BEF7-F916F825E0C3}"/>
          </ac:spMkLst>
        </pc:spChg>
        <pc:spChg chg="mod">
          <ac:chgData name="Cho, Stephanie" userId="S::hcho430@gatech.edu::c5564246-5c5b-4724-9a6f-e56a0a4e6858" providerId="AD" clId="Web-{27FF7606-83AB-C57D-1390-464F88628806}" dt="2025-12-02T06:51:07.804" v="1496" actId="1076"/>
          <ac:spMkLst>
            <pc:docMk/>
            <pc:sldMk cId="0" sldId="256"/>
            <ac:spMk id="37" creationId="{00000000-0000-0000-0000-000000000000}"/>
          </ac:spMkLst>
        </pc:spChg>
        <pc:spChg chg="mod">
          <ac:chgData name="Cho, Stephanie" userId="S::hcho430@gatech.edu::c5564246-5c5b-4724-9a6f-e56a0a4e6858" providerId="AD" clId="Web-{27FF7606-83AB-C57D-1390-464F88628806}" dt="2025-12-02T05:51:24.081" v="11" actId="1076"/>
          <ac:spMkLst>
            <pc:docMk/>
            <pc:sldMk cId="0" sldId="256"/>
            <ac:spMk id="38" creationId="{8860DE96-7FE9-32C0-435D-45B2DDC7EFA9}"/>
          </ac:spMkLst>
        </pc:spChg>
        <pc:spChg chg="mod">
          <ac:chgData name="Cho, Stephanie" userId="S::hcho430@gatech.edu::c5564246-5c5b-4724-9a6f-e56a0a4e6858" providerId="AD" clId="Web-{27FF7606-83AB-C57D-1390-464F88628806}" dt="2025-12-02T06:42:11.326" v="1414" actId="1076"/>
          <ac:spMkLst>
            <pc:docMk/>
            <pc:sldMk cId="0" sldId="256"/>
            <ac:spMk id="46" creationId="{00000000-0000-0000-0000-000000000000}"/>
          </ac:spMkLst>
        </pc:spChg>
        <pc:spChg chg="mod">
          <ac:chgData name="Cho, Stephanie" userId="S::hcho430@gatech.edu::c5564246-5c5b-4724-9a6f-e56a0a4e6858" providerId="AD" clId="Web-{27FF7606-83AB-C57D-1390-464F88628806}" dt="2025-12-02T06:55:55.045" v="1545" actId="1076"/>
          <ac:spMkLst>
            <pc:docMk/>
            <pc:sldMk cId="0" sldId="256"/>
            <ac:spMk id="47" creationId="{1B54B738-C7E7-F65A-7DF7-261CB41447AE}"/>
          </ac:spMkLst>
        </pc:spChg>
        <pc:graphicFrameChg chg="mod modGraphic">
          <ac:chgData name="Cho, Stephanie" userId="S::hcho430@gatech.edu::c5564246-5c5b-4724-9a6f-e56a0a4e6858" providerId="AD" clId="Web-{27FF7606-83AB-C57D-1390-464F88628806}" dt="2025-12-02T06:43:50.124" v="1426" actId="1076"/>
          <ac:graphicFrameMkLst>
            <pc:docMk/>
            <pc:sldMk cId="0" sldId="256"/>
            <ac:graphicFrameMk id="8" creationId="{42C76E80-5C07-9211-9940-E735081071FD}"/>
          </ac:graphicFrameMkLst>
        </pc:graphicFrameChg>
        <pc:graphicFrameChg chg="mod modGraphic">
          <ac:chgData name="Cho, Stephanie" userId="S::hcho430@gatech.edu::c5564246-5c5b-4724-9a6f-e56a0a4e6858" providerId="AD" clId="Web-{27FF7606-83AB-C57D-1390-464F88628806}" dt="2025-12-02T06:52:12.868" v="1504" actId="1076"/>
          <ac:graphicFrameMkLst>
            <pc:docMk/>
            <pc:sldMk cId="0" sldId="256"/>
            <ac:graphicFrameMk id="28" creationId="{2EBDFDF2-5479-971D-5126-DA7375B4D240}"/>
          </ac:graphicFrameMkLst>
        </pc:graphicFrameChg>
        <pc:picChg chg="add mod">
          <ac:chgData name="Cho, Stephanie" userId="S::hcho430@gatech.edu::c5564246-5c5b-4724-9a6f-e56a0a4e6858" providerId="AD" clId="Web-{27FF7606-83AB-C57D-1390-464F88628806}" dt="2025-12-02T06:54:16.230" v="1534" actId="14100"/>
          <ac:picMkLst>
            <pc:docMk/>
            <pc:sldMk cId="0" sldId="256"/>
            <ac:picMk id="5" creationId="{CDEB2DF0-79F6-2233-3334-3FAA4A39F970}"/>
          </ac:picMkLst>
        </pc:picChg>
        <pc:picChg chg="mod">
          <ac:chgData name="Cho, Stephanie" userId="S::hcho430@gatech.edu::c5564246-5c5b-4724-9a6f-e56a0a4e6858" providerId="AD" clId="Web-{27FF7606-83AB-C57D-1390-464F88628806}" dt="2025-12-02T07:08:19.136" v="1591" actId="1076"/>
          <ac:picMkLst>
            <pc:docMk/>
            <pc:sldMk cId="0" sldId="256"/>
            <ac:picMk id="15" creationId="{197BA6F4-5193-A8F5-4EAA-CBC0B86507E4}"/>
          </ac:picMkLst>
        </pc:picChg>
        <pc:picChg chg="mod">
          <ac:chgData name="Cho, Stephanie" userId="S::hcho430@gatech.edu::c5564246-5c5b-4724-9a6f-e56a0a4e6858" providerId="AD" clId="Web-{27FF7606-83AB-C57D-1390-464F88628806}" dt="2025-12-02T06:42:05.872" v="1413" actId="14100"/>
          <ac:picMkLst>
            <pc:docMk/>
            <pc:sldMk cId="0" sldId="256"/>
            <ac:picMk id="17" creationId="{18FB1E4B-3E46-1512-F616-2F8FFB8E221F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ho, Stephanie" userId="S::hcho430@gatech.edu::c5564246-5c5b-4724-9a6f-e56a0a4e6858" providerId="AD" clId="Web-{27FF7606-83AB-C57D-1390-464F88628806}" dt="2025-12-02T06:34:50.927" v="1347" actId="20577"/>
              <pc2:cmMkLst xmlns:pc2="http://schemas.microsoft.com/office/powerpoint/2019/9/main/command">
                <pc:docMk/>
                <pc:sldMk cId="0" sldId="256"/>
                <pc2:cmMk id="{BEB2C06D-BE96-6842-9C34-DBD291A5E35C}"/>
              </pc2:cmMkLst>
            </pc226:cmChg>
            <pc226:cmChg xmlns:pc226="http://schemas.microsoft.com/office/powerpoint/2022/06/main/command" chg="mod">
              <pc226:chgData name="Cho, Stephanie" userId="S::hcho430@gatech.edu::c5564246-5c5b-4724-9a6f-e56a0a4e6858" providerId="AD" clId="Web-{27FF7606-83AB-C57D-1390-464F88628806}" dt="2025-12-02T06:16:25.656" v="801" actId="20577"/>
              <pc2:cmMkLst xmlns:pc2="http://schemas.microsoft.com/office/powerpoint/2019/9/main/command">
                <pc:docMk/>
                <pc:sldMk cId="0" sldId="256"/>
                <pc2:cmMk id="{D70E4AFE-1269-9C43-9C86-B6096D0367CD}"/>
              </pc2:cmMkLst>
            </pc226:cmChg>
          </p:ext>
        </pc:extLst>
      </pc:sldChg>
    </pc:docChg>
  </pc:docChgLst>
</pc:chgInfo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EEB6DF0-EB74-5448-B85F-A28FB105BBF2}" authorId="{7741DA92-3F6F-4E8A-85D5-AC1CAA61FE3A}" created="2025-11-23T22:49:06.52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picMk id="51" creationId="{00000000-0000-0000-0000-000000000000}"/>
    </ac:deMkLst>
    <p188:txBody>
      <a:bodyPr/>
      <a:lstStyle/>
      <a:p>
        <a:r>
          <a:rPr lang="en-US"/>
          <a:t>we can make this a QR code to our final report paper</a:t>
        </a:r>
      </a:p>
    </p188:txBody>
  </p188:cm>
  <p188:cm id="{426DC502-1C62-BD4B-8A32-E58FDBEFBAE0}" authorId="{7741DA92-3F6F-4E8A-85D5-AC1CAA61FE3A}" created="2025-11-30T20:14:38.02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picMk id="12" creationId="{928CF869-A101-6E24-FF34-6C9A09A995F5}"/>
    </ac:deMkLst>
    <p188:txBody>
      <a:bodyPr/>
      <a:lstStyle/>
      <a:p>
        <a:r>
          <a:rPr lang="en-US"/>
          <a:t>Not sure if we want to make our own version of this, it was from FEAbench paper cited in references </a:t>
        </a:r>
      </a:p>
    </p188:txBody>
  </p188:cm>
  <p188:cm id="{262A468B-8CE8-5044-AB55-F81ADDD58A6C}" authorId="{7741DA92-3F6F-4E8A-85D5-AC1CAA61FE3A}" created="2025-12-02T00:58:17.74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graphicFrameMk id="8" creationId="{42C76E80-5C07-9211-9940-E735081071FD}"/>
    </ac:deMkLst>
    <p188:replyLst>
      <p188:reply id="{D9D707EC-DCD5-4FE7-9037-B2D776909654}" authorId="{CC07A576-FF09-0658-F3B7-8F833F699D5F}" created="2025-12-02T07:46:38.933">
        <p188:txBody>
          <a:bodyPr/>
          <a:lstStyle/>
          <a:p>
            <a:r>
              <a:rPr lang="en-US"/>
              <a:t>I modified the table!</a:t>
            </a:r>
          </a:p>
        </p188:txBody>
      </p188:reply>
    </p188:replyLst>
    <p188:txBody>
      <a:bodyPr/>
      <a:lstStyle/>
      <a:p>
        <a:r>
          <a:rPr lang="en-US"/>
          <a:t>could replace this with a graphshowing experiment results in different colors</a:t>
        </a:r>
      </a:p>
    </p188:txBody>
  </p188:cm>
  <p188:cm id="{1AEF9D15-05BA-024D-B994-12D636039A13}" authorId="{7741DA92-3F6F-4E8A-85D5-AC1CAA61FE3A}" created="2025-12-02T01:51:30.32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34" creationId="{00000000-0000-0000-0000-000000000000}"/>
    </ac:deMkLst>
    <p188:txBody>
      <a:bodyPr/>
      <a:lstStyle/>
      <a:p>
        <a:r>
          <a:rPr lang="en-US"/>
          <a:t>what are you trying to solve? Reference current challenges and why your work is meaningful. </a:t>
        </a:r>
      </a:p>
    </p188:txBody>
  </p188:cm>
  <p188:cm id="{D70E4AFE-1269-9C43-9C86-B6096D0367CD}" authorId="{7741DA92-3F6F-4E8A-85D5-AC1CAA61FE3A}" created="2025-12-02T04:47:41.48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26" creationId="{6C870B7A-7098-6D20-217C-DF48FAED2D27}"/>
      <ac:txMk cp="0">
        <ac:context len="70" hash="3443173462"/>
      </ac:txMk>
    </ac:txMkLst>
    <p188:pos x="768535" y="613679"/>
    <p188:replyLst>
      <p188:reply id="{1BD2DD0B-22EC-4487-9773-5FCFFD6FF961}" authorId="{CC07A576-FF09-0658-F3B7-8F833F699D5F}" created="2025-12-02T07:46:16.542">
        <p188:txBody>
          <a:bodyPr/>
          <a:lstStyle/>
          <a:p>
            <a:r>
              <a:rPr lang="en-US"/>
              <a:t>48 for oracle lite</a:t>
            </a:r>
          </a:p>
        </p188:txBody>
      </p188:reply>
    </p188:replyLst>
    <p188:txBody>
      <a:bodyPr/>
      <a:lstStyle/>
      <a:p>
        <a:r>
          <a:rPr lang="en-US"/>
          <a:t>is this 83 or 48</a:t>
        </a:r>
      </a:p>
    </p188:txBody>
  </p188:cm>
  <p188:cm id="{D84297B6-C065-B944-A77F-E8FE8D853188}" authorId="{7741DA92-3F6F-4E8A-85D5-AC1CAA61FE3A}" created="2025-12-02T05:25:10.00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graphicFrameMk id="28" creationId="{2EBDFDF2-5479-971D-5126-DA7375B4D240}"/>
    </ac:deMkLst>
    <p188:txBody>
      <a:bodyPr/>
      <a:lstStyle/>
      <a:p>
        <a:r>
          <a:rPr lang="en-US"/>
          <a:t>we dont have to include but thought it was a good way to take up space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633155" latinLnBrk="0">
      <a:defRPr sz="3400">
        <a:latin typeface="+mn-lt"/>
        <a:ea typeface="+mn-ea"/>
        <a:cs typeface="+mn-cs"/>
        <a:sym typeface="Calibri"/>
      </a:defRPr>
    </a:lvl1pPr>
    <a:lvl2pPr indent="228600" defTabSz="2633155" latinLnBrk="0">
      <a:defRPr sz="3400">
        <a:latin typeface="+mn-lt"/>
        <a:ea typeface="+mn-ea"/>
        <a:cs typeface="+mn-cs"/>
        <a:sym typeface="Calibri"/>
      </a:defRPr>
    </a:lvl2pPr>
    <a:lvl3pPr indent="457200" defTabSz="2633155" latinLnBrk="0">
      <a:defRPr sz="3400">
        <a:latin typeface="+mn-lt"/>
        <a:ea typeface="+mn-ea"/>
        <a:cs typeface="+mn-cs"/>
        <a:sym typeface="Calibri"/>
      </a:defRPr>
    </a:lvl3pPr>
    <a:lvl4pPr indent="685800" defTabSz="2633155" latinLnBrk="0">
      <a:defRPr sz="3400">
        <a:latin typeface="+mn-lt"/>
        <a:ea typeface="+mn-ea"/>
        <a:cs typeface="+mn-cs"/>
        <a:sym typeface="Calibri"/>
      </a:defRPr>
    </a:lvl4pPr>
    <a:lvl5pPr indent="914400" defTabSz="2633155" latinLnBrk="0">
      <a:defRPr sz="3400">
        <a:latin typeface="+mn-lt"/>
        <a:ea typeface="+mn-ea"/>
        <a:cs typeface="+mn-cs"/>
        <a:sym typeface="Calibri"/>
      </a:defRPr>
    </a:lvl5pPr>
    <a:lvl6pPr indent="1143000" defTabSz="2633155" latinLnBrk="0">
      <a:defRPr sz="3400">
        <a:latin typeface="+mn-lt"/>
        <a:ea typeface="+mn-ea"/>
        <a:cs typeface="+mn-cs"/>
        <a:sym typeface="Calibri"/>
      </a:defRPr>
    </a:lvl6pPr>
    <a:lvl7pPr indent="1371600" defTabSz="2633155" latinLnBrk="0">
      <a:defRPr sz="3400">
        <a:latin typeface="+mn-lt"/>
        <a:ea typeface="+mn-ea"/>
        <a:cs typeface="+mn-cs"/>
        <a:sym typeface="Calibri"/>
      </a:defRPr>
    </a:lvl7pPr>
    <a:lvl8pPr indent="1600200" defTabSz="2633155" latinLnBrk="0">
      <a:defRPr sz="3400">
        <a:latin typeface="+mn-lt"/>
        <a:ea typeface="+mn-ea"/>
        <a:cs typeface="+mn-cs"/>
        <a:sym typeface="Calibri"/>
      </a:defRPr>
    </a:lvl8pPr>
    <a:lvl9pPr indent="1828800" defTabSz="2633155" latinLnBrk="0">
      <a:defRPr sz="34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  <a:t>- </a:t>
            </a:r>
            <a:r>
              <a:rPr lang="en-US" sz="3400" b="1" i="0">
                <a:effectLst/>
                <a:latin typeface="+mn-lt"/>
                <a:ea typeface="+mn-ea"/>
                <a:cs typeface="+mn-cs"/>
                <a:sym typeface="Calibri"/>
              </a:rPr>
              <a:t>Problem: </a:t>
            </a:r>
            <a: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  <a:t>what are you trying to solve? Reference current challenges and why your work is meaningful.</a:t>
            </a:r>
          </a:p>
          <a:p>
            <a: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  <a:t>- </a:t>
            </a:r>
            <a:r>
              <a:rPr lang="en-US" sz="3400" b="1" i="0">
                <a:effectLst/>
                <a:latin typeface="+mn-lt"/>
                <a:ea typeface="+mn-ea"/>
                <a:cs typeface="+mn-cs"/>
                <a:sym typeface="Calibri"/>
              </a:rPr>
              <a:t>Background</a:t>
            </a:r>
            <a: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  <a:t>: problem setup + notation; maybe previous work</a:t>
            </a:r>
            <a:b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</a:br>
            <a: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  <a:t>- </a:t>
            </a:r>
            <a:r>
              <a:rPr lang="en-US" sz="3400" b="1" i="0">
                <a:effectLst/>
                <a:latin typeface="+mn-lt"/>
                <a:ea typeface="+mn-ea"/>
                <a:cs typeface="+mn-cs"/>
                <a:sym typeface="Calibri"/>
              </a:rPr>
              <a:t>Methods</a:t>
            </a:r>
            <a: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  <a:t>: explain your technical contributions; figures can really help understanding especially for a neural model!</a:t>
            </a:r>
            <a:b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</a:br>
            <a:r>
              <a:rPr lang="en-US" sz="3400" b="1" i="0">
                <a:effectLst/>
                <a:latin typeface="+mn-lt"/>
                <a:ea typeface="+mn-ea"/>
                <a:cs typeface="+mn-cs"/>
                <a:sym typeface="Calibri"/>
              </a:rPr>
              <a:t>- Experiments: </a:t>
            </a:r>
            <a: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  <a:t>what is the task? What are the inputs and outputs to the model? What are the results? Compare against baselines; for results, a graph can say a lot more than a table of the same size!</a:t>
            </a:r>
            <a:b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</a:br>
            <a:r>
              <a:rPr lang="en-US" sz="3400" b="1" i="0">
                <a:effectLst/>
                <a:latin typeface="+mn-lt"/>
                <a:ea typeface="+mn-ea"/>
                <a:cs typeface="+mn-cs"/>
                <a:sym typeface="Calibri"/>
              </a:rPr>
              <a:t>- Analysis: </a:t>
            </a:r>
            <a: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  <a:t>provide some in-depth analysis of certain cases of interest, or contextualize your results within existing literature! Add some plots/examples/visualizations.</a:t>
            </a:r>
            <a:b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</a:br>
            <a:r>
              <a:rPr lang="en-US" sz="3400" b="1" i="0">
                <a:effectLst/>
                <a:latin typeface="+mn-lt"/>
                <a:ea typeface="+mn-ea"/>
                <a:cs typeface="+mn-cs"/>
                <a:sym typeface="Calibri"/>
              </a:rPr>
              <a:t>- Conclusions: </a:t>
            </a:r>
            <a: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  <a:t>briefly draw some conclusions from the work</a:t>
            </a:r>
            <a:b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</a:br>
            <a:r>
              <a:rPr lang="en-US" sz="3400" b="1" i="0">
                <a:effectLst/>
                <a:latin typeface="+mn-lt"/>
                <a:ea typeface="+mn-ea"/>
                <a:cs typeface="+mn-cs"/>
                <a:sym typeface="Calibri"/>
              </a:rPr>
              <a:t>- References: </a:t>
            </a:r>
            <a: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  <a:t>if space permits, consider adding 1-3 very important references (</a:t>
            </a:r>
            <a:r>
              <a:rPr lang="en-US" sz="3400" b="0" i="0" err="1">
                <a:effectLst/>
                <a:latin typeface="+mn-lt"/>
                <a:ea typeface="+mn-ea"/>
                <a:cs typeface="+mn-cs"/>
                <a:sym typeface="Calibri"/>
              </a:rPr>
              <a:t>donʼt</a:t>
            </a:r>
            <a:r>
              <a:rPr lang="en-US" sz="3400" b="0" i="0">
                <a:effectLst/>
                <a:latin typeface="+mn-lt"/>
                <a:ea typeface="+mn-ea"/>
                <a:cs typeface="+mn-cs"/>
                <a:sym typeface="Calibri"/>
              </a:rPr>
              <a:t> do more than this!) 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44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 Research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45920" y="294640"/>
            <a:ext cx="29626561" cy="482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45920" y="5120640"/>
            <a:ext cx="29626561" cy="16824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910559" y="19756119"/>
            <a:ext cx="7680961" cy="1168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731556" marR="0" indent="-731556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2319804" marR="0" indent="-85669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3943547" marR="0" indent="-101732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5531594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699470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845782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9920933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1138404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1284716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326532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653064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979596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306128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1632661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959193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2285725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2612257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18/10/relationships/comments" Target="../comments/modernComment_100_0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3CFED789-A15C-C797-CB72-722C94F84B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73" r="-158" b="2963"/>
          <a:stretch>
            <a:fillRect/>
          </a:stretch>
        </p:blipFill>
        <p:spPr>
          <a:xfrm>
            <a:off x="21822672" y="7438467"/>
            <a:ext cx="10625825" cy="5853690"/>
          </a:xfrm>
          <a:prstGeom prst="rect">
            <a:avLst/>
          </a:prstGeom>
        </p:spPr>
      </p:pic>
      <p:sp>
        <p:nvSpPr>
          <p:cNvPr id="30" name="TextBox 35"/>
          <p:cNvSpPr txBox="1"/>
          <p:nvPr/>
        </p:nvSpPr>
        <p:spPr>
          <a:xfrm>
            <a:off x="968275" y="1049401"/>
            <a:ext cx="14466772" cy="178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5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err="1"/>
              <a:t>DocuRepoBench</a:t>
            </a:r>
            <a:r>
              <a:rPr lang="en-US"/>
              <a:t>: Evaluating Documentation-Driven Repository-Level Code Generation</a:t>
            </a:r>
            <a:endParaRPr/>
          </a:p>
        </p:txBody>
      </p:sp>
      <p:sp>
        <p:nvSpPr>
          <p:cNvPr id="33" name="TextBox 38"/>
          <p:cNvSpPr txBox="1"/>
          <p:nvPr/>
        </p:nvSpPr>
        <p:spPr>
          <a:xfrm>
            <a:off x="999915" y="7417522"/>
            <a:ext cx="9948454" cy="6155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/>
              <a:t>Problem</a:t>
            </a:r>
            <a:endParaRPr/>
          </a:p>
        </p:txBody>
      </p:sp>
      <p:sp>
        <p:nvSpPr>
          <p:cNvPr id="34" name="TextBox 39"/>
          <p:cNvSpPr txBox="1"/>
          <p:nvPr/>
        </p:nvSpPr>
        <p:spPr>
          <a:xfrm>
            <a:off x="962970" y="8021895"/>
            <a:ext cx="9948454" cy="1220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/>
              <a:t>Scalable Code-Generation LLMs for Repository-Level Understanding</a:t>
            </a:r>
          </a:p>
          <a:p>
            <a:r>
              <a:rPr lang="en-US"/>
              <a:t> →</a:t>
            </a:r>
            <a:r>
              <a:rPr lang="en-US" altLang="ko-KR"/>
              <a:t>Unlike prior single-model approaches, we use a two-stage documentation–coder</a:t>
            </a:r>
            <a:r>
              <a:rPr lang="en-US" altLang="ko-KR" sz="1800"/>
              <a:t> pipeline</a:t>
            </a:r>
            <a:endParaRPr lang="en-US" sz="1800"/>
          </a:p>
        </p:txBody>
      </p:sp>
      <p:sp>
        <p:nvSpPr>
          <p:cNvPr id="35" name="TextBox 41"/>
          <p:cNvSpPr txBox="1"/>
          <p:nvPr/>
        </p:nvSpPr>
        <p:spPr>
          <a:xfrm>
            <a:off x="11464099" y="7534897"/>
            <a:ext cx="9808769" cy="360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1600" b="1"/>
              <a:t>Prompting Experiments: </a:t>
            </a:r>
            <a:r>
              <a:rPr lang="en-US" sz="1600"/>
              <a:t>Role Based prompting (SWE vs Documenter), Hidden COT, One shot prompting </a:t>
            </a:r>
            <a:endParaRPr lang="en-US" sz="1600" b="1"/>
          </a:p>
        </p:txBody>
      </p:sp>
      <p:sp>
        <p:nvSpPr>
          <p:cNvPr id="37" name="TextBox 43"/>
          <p:cNvSpPr txBox="1"/>
          <p:nvPr/>
        </p:nvSpPr>
        <p:spPr>
          <a:xfrm>
            <a:off x="11431807" y="3521583"/>
            <a:ext cx="9948454" cy="6155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/>
              <a:t>Experiments </a:t>
            </a:r>
            <a:endParaRPr/>
          </a:p>
        </p:txBody>
      </p:sp>
      <p:sp>
        <p:nvSpPr>
          <p:cNvPr id="39" name="TextBox 45"/>
          <p:cNvSpPr txBox="1"/>
          <p:nvPr/>
        </p:nvSpPr>
        <p:spPr>
          <a:xfrm>
            <a:off x="986246" y="3521583"/>
            <a:ext cx="9948453" cy="6155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/>
              <a:t>Background </a:t>
            </a:r>
            <a:endParaRPr/>
          </a:p>
        </p:txBody>
      </p:sp>
      <p:sp>
        <p:nvSpPr>
          <p:cNvPr id="44" name="TextBox 53"/>
          <p:cNvSpPr txBox="1"/>
          <p:nvPr/>
        </p:nvSpPr>
        <p:spPr>
          <a:xfrm>
            <a:off x="22501860" y="16482747"/>
            <a:ext cx="9946106" cy="3934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b="1"/>
              <a:t>Two-stage abstraction is not automatically beneficial</a:t>
            </a:r>
          </a:p>
          <a:p>
            <a:r>
              <a:rPr lang="en-US"/>
              <a:t> Needs </a:t>
            </a:r>
            <a:r>
              <a:rPr lang="en-US" altLang="ko-KR"/>
              <a:t>extremely reliable intermediate representations, magnify hallucinations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b="1"/>
              <a:t>High-fidelity, task-local signals matter more than human-readable summaries.</a:t>
            </a:r>
          </a:p>
          <a:p>
            <a:r>
              <a:rPr lang="en-US" altLang="ko-KR"/>
              <a:t> For precise code edits, natural language descriptions hurt execution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b="1"/>
              <a:t>Long context ≠ better context (overload + distraction)</a:t>
            </a:r>
          </a:p>
          <a:p>
            <a:r>
              <a:rPr lang="en-US" altLang="ko-KR"/>
              <a:t>	May introduce false instructions that distract from the required change.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b="1"/>
              <a:t>Repository-level code repair remains an unsolved challenge</a:t>
            </a:r>
          </a:p>
          <a:p>
            <a:r>
              <a:rPr lang="en-US" altLang="ko-KR"/>
              <a:t>	LLM models struggle to reason across multiple files, dependencies, and long-	range interactions.</a:t>
            </a:r>
          </a:p>
        </p:txBody>
      </p:sp>
      <p:sp>
        <p:nvSpPr>
          <p:cNvPr id="48" name="TextBox 60"/>
          <p:cNvSpPr txBox="1"/>
          <p:nvPr/>
        </p:nvSpPr>
        <p:spPr>
          <a:xfrm>
            <a:off x="22277306" y="20565898"/>
            <a:ext cx="6335025" cy="387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References</a:t>
            </a:r>
          </a:p>
        </p:txBody>
      </p:sp>
      <p:sp>
        <p:nvSpPr>
          <p:cNvPr id="50" name="TextBox 37"/>
          <p:cNvSpPr txBox="1"/>
          <p:nvPr/>
        </p:nvSpPr>
        <p:spPr>
          <a:xfrm>
            <a:off x="17483355" y="1227787"/>
            <a:ext cx="6052723" cy="1207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defRPr sz="2100">
                <a:latin typeface="Arial"/>
                <a:ea typeface="Arial"/>
                <a:cs typeface="Arial"/>
                <a:sym typeface="Arial"/>
              </a:defRPr>
            </a:pPr>
            <a:r>
              <a:rPr lang="en-US" sz="2800">
                <a:sym typeface="Arial"/>
              </a:rPr>
              <a:t>Stephanie Cho, Sarah Friedrichs,</a:t>
            </a:r>
          </a:p>
          <a:p>
            <a:pPr>
              <a:lnSpc>
                <a:spcPct val="120000"/>
              </a:lnSpc>
              <a:spcBef>
                <a:spcPts val="1000"/>
              </a:spcBef>
              <a:defRPr sz="2100">
                <a:latin typeface="Arial"/>
                <a:ea typeface="Arial"/>
                <a:cs typeface="Arial"/>
                <a:sym typeface="Arial"/>
              </a:defRPr>
            </a:pPr>
            <a:r>
              <a:rPr lang="en-US" sz="2800">
                <a:sym typeface="Arial"/>
              </a:rPr>
              <a:t> Elaheh </a:t>
            </a:r>
            <a:r>
              <a:rPr lang="en-US" sz="2800" err="1">
                <a:sym typeface="Arial"/>
              </a:rPr>
              <a:t>Rasoulian</a:t>
            </a:r>
            <a:r>
              <a:rPr lang="en-US" sz="2800">
                <a:sym typeface="Arial"/>
              </a:rPr>
              <a:t>, Julie Young </a:t>
            </a:r>
            <a:endParaRPr sz="28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23C229-3FF8-6A7F-E22B-E36B2D2285EB}"/>
              </a:ext>
            </a:extLst>
          </p:cNvPr>
          <p:cNvGrpSpPr/>
          <p:nvPr/>
        </p:nvGrpSpPr>
        <p:grpSpPr>
          <a:xfrm>
            <a:off x="25444819" y="405618"/>
            <a:ext cx="4710174" cy="2491240"/>
            <a:chOff x="27857707" y="334839"/>
            <a:chExt cx="4710174" cy="2491240"/>
          </a:xfrm>
        </p:grpSpPr>
        <p:pic>
          <p:nvPicPr>
            <p:cNvPr id="3" name="Picture 2" descr="A person and person heads with a chat bubble&#10;&#10;AI-generated content may be incorrect.">
              <a:extLst>
                <a:ext uri="{FF2B5EF4-FFF2-40B4-BE49-F238E27FC236}">
                  <a16:creationId xmlns:a16="http://schemas.microsoft.com/office/drawing/2014/main" id="{C70F364C-3B72-6F9C-344F-9B727F109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857707" y="334839"/>
              <a:ext cx="4710174" cy="2491240"/>
            </a:xfrm>
            <a:prstGeom prst="rect">
              <a:avLst/>
            </a:prstGeom>
          </p:spPr>
        </p:pic>
        <p:sp>
          <p:nvSpPr>
            <p:cNvPr id="4" name="TextBox 37">
              <a:extLst>
                <a:ext uri="{FF2B5EF4-FFF2-40B4-BE49-F238E27FC236}">
                  <a16:creationId xmlns:a16="http://schemas.microsoft.com/office/drawing/2014/main" id="{54DBE657-3F27-7DDE-72BA-4EB232CDBFF8}"/>
                </a:ext>
              </a:extLst>
            </p:cNvPr>
            <p:cNvSpPr txBox="1"/>
            <p:nvPr/>
          </p:nvSpPr>
          <p:spPr>
            <a:xfrm>
              <a:off x="28299015" y="334839"/>
              <a:ext cx="4026718" cy="394210"/>
            </a:xfrm>
            <a:prstGeom prst="rect">
              <a:avLst/>
            </a:prstGeom>
            <a:noFill/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/>
            <a:p>
              <a:pPr>
                <a:lnSpc>
                  <a:spcPct val="120000"/>
                </a:lnSpc>
                <a:spcBef>
                  <a:spcPts val="1000"/>
                </a:spcBef>
                <a:defRPr sz="2100">
                  <a:latin typeface="Arial"/>
                  <a:ea typeface="Arial"/>
                  <a:cs typeface="Arial"/>
                  <a:sym typeface="Arial"/>
                </a:defRPr>
              </a:pPr>
              <a:r>
                <a:rPr lang="en-US" sz="1800">
                  <a:solidFill>
                    <a:schemeClr val="bg1"/>
                  </a:solidFill>
                </a:rPr>
                <a:t>8803 Conversational AI, Georgia Tech</a:t>
              </a:r>
              <a:endParaRPr sz="180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45">
            <a:extLst>
              <a:ext uri="{FF2B5EF4-FFF2-40B4-BE49-F238E27FC236}">
                <a16:creationId xmlns:a16="http://schemas.microsoft.com/office/drawing/2014/main" id="{6EDE800B-8754-9D27-B8E5-20DD902C4C6D}"/>
              </a:ext>
            </a:extLst>
          </p:cNvPr>
          <p:cNvSpPr txBox="1"/>
          <p:nvPr/>
        </p:nvSpPr>
        <p:spPr>
          <a:xfrm>
            <a:off x="1009862" y="9316260"/>
            <a:ext cx="9948453" cy="6155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/>
              <a:t>Methods</a:t>
            </a:r>
            <a:endParaRPr/>
          </a:p>
        </p:txBody>
      </p:sp>
      <p:sp>
        <p:nvSpPr>
          <p:cNvPr id="7" name="TextBox 47">
            <a:extLst>
              <a:ext uri="{FF2B5EF4-FFF2-40B4-BE49-F238E27FC236}">
                <a16:creationId xmlns:a16="http://schemas.microsoft.com/office/drawing/2014/main" id="{E2A84B70-0987-1A03-D917-FCC4D0940A81}"/>
              </a:ext>
            </a:extLst>
          </p:cNvPr>
          <p:cNvSpPr txBox="1"/>
          <p:nvPr/>
        </p:nvSpPr>
        <p:spPr>
          <a:xfrm>
            <a:off x="986247" y="4188822"/>
            <a:ext cx="9948453" cy="3546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LLMs continue to scale, but large context windows are expensive and do not guarantee better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Repository-level coder generation is difficult because tasks span multiple interdependent files.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Benchmarks (SWE-Bench, FEA-Bench) show LLMs perform poorly with long, unstructured repository context; more context often reduces accuracy.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Long context studies (e.g., </a:t>
            </a:r>
            <a:r>
              <a:rPr lang="en-US" err="1"/>
              <a:t>LongCodeBench</a:t>
            </a:r>
            <a:r>
              <a:rPr lang="en-US"/>
              <a:t>) find that even million-token windows lead to performance degradation</a:t>
            </a:r>
          </a:p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C76E80-5C07-9211-9940-E73508107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179398"/>
              </p:ext>
            </p:extLst>
          </p:nvPr>
        </p:nvGraphicFramePr>
        <p:xfrm>
          <a:off x="11431807" y="4794583"/>
          <a:ext cx="9948455" cy="2646171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950019">
                  <a:extLst>
                    <a:ext uri="{9D8B030D-6E8A-4147-A177-3AD203B41FA5}">
                      <a16:colId xmlns:a16="http://schemas.microsoft.com/office/drawing/2014/main" val="3186394542"/>
                    </a:ext>
                  </a:extLst>
                </a:gridCol>
                <a:gridCol w="1126654">
                  <a:extLst>
                    <a:ext uri="{9D8B030D-6E8A-4147-A177-3AD203B41FA5}">
                      <a16:colId xmlns:a16="http://schemas.microsoft.com/office/drawing/2014/main" val="3965970240"/>
                    </a:ext>
                  </a:extLst>
                </a:gridCol>
                <a:gridCol w="3069589">
                  <a:extLst>
                    <a:ext uri="{9D8B030D-6E8A-4147-A177-3AD203B41FA5}">
                      <a16:colId xmlns:a16="http://schemas.microsoft.com/office/drawing/2014/main" val="592375185"/>
                    </a:ext>
                  </a:extLst>
                </a:gridCol>
                <a:gridCol w="3802193">
                  <a:extLst>
                    <a:ext uri="{9D8B030D-6E8A-4147-A177-3AD203B41FA5}">
                      <a16:colId xmlns:a16="http://schemas.microsoft.com/office/drawing/2014/main" val="674404614"/>
                    </a:ext>
                  </a:extLst>
                </a:gridCol>
              </a:tblGrid>
              <a:tr h="607737">
                <a:tc>
                  <a:txBody>
                    <a:bodyPr/>
                    <a:lstStyle/>
                    <a:p>
                      <a:pPr algn="l"/>
                      <a:r>
                        <a:rPr lang="en-US" sz="2100" b="0" i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0" i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Context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100" b="0" i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Input Used for Reasoning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100" b="0" i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Patch generation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484544"/>
                  </a:ext>
                </a:extLst>
              </a:tr>
              <a:tr h="341852">
                <a:tc rowSpan="2">
                  <a:txBody>
                    <a:bodyPr/>
                    <a:lstStyle/>
                    <a:p>
                      <a:pPr algn="l"/>
                      <a:r>
                        <a:rPr lang="en-US" sz="2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Baseline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en-US" sz="2100" b="0" i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Short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0" i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Json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2100" b="0" i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DeepSeek prompt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162219"/>
                  </a:ext>
                </a:extLst>
              </a:tr>
              <a:tr h="341852">
                <a:tc vMerge="1">
                  <a:txBody>
                    <a:bodyPr/>
                    <a:lstStyle/>
                    <a:p>
                      <a:pPr algn="l"/>
                      <a:endParaRPr lang="en-US" sz="2100" b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en-US" sz="21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210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2100" b="0" i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Gemini prompt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1714667"/>
                  </a:ext>
                </a:extLst>
              </a:tr>
              <a:tr h="607737">
                <a:tc rowSpan="2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1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Documenter -&gt; Coder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100" b="0" i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Large</a:t>
                      </a:r>
                    </a:p>
                    <a:p>
                      <a:pPr lvl="0" algn="l">
                        <a:buNone/>
                      </a:pPr>
                      <a:endParaRPr lang="en-US" sz="2100" b="0" i="0">
                        <a:latin typeface="Arial Narrow" panose="020B0604020202020204" pitchFamily="34" charset="0"/>
                        <a:cs typeface="Arial Narrow" panose="020B0604020202020204" pitchFamily="3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2100" b="0" i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DeepSeek  Documentation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2100" b="0" i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DeepSeek Coder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31188"/>
                  </a:ext>
                </a:extLst>
              </a:tr>
              <a:tr h="6077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2100" b="0" i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Gemini Documentation 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2100" b="0" i="0">
                          <a:latin typeface="Arial Narrow" panose="020B0604020202020204" pitchFamily="34" charset="0"/>
                          <a:cs typeface="Arial Narrow" panose="020B0604020202020204" pitchFamily="34" charset="0"/>
                        </a:rPr>
                        <a:t>Gemini Coder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6554237"/>
                  </a:ext>
                </a:extLst>
              </a:tr>
            </a:tbl>
          </a:graphicData>
        </a:graphic>
      </p:graphicFrame>
      <p:sp>
        <p:nvSpPr>
          <p:cNvPr id="13" name="TextBox 47">
            <a:extLst>
              <a:ext uri="{FF2B5EF4-FFF2-40B4-BE49-F238E27FC236}">
                <a16:creationId xmlns:a16="http://schemas.microsoft.com/office/drawing/2014/main" id="{D316FFB5-2307-45D7-2BBD-11518F03C23A}"/>
              </a:ext>
            </a:extLst>
          </p:cNvPr>
          <p:cNvSpPr txBox="1"/>
          <p:nvPr/>
        </p:nvSpPr>
        <p:spPr>
          <a:xfrm>
            <a:off x="991550" y="9833881"/>
            <a:ext cx="9966425" cy="3934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b="1"/>
              <a:t>Context Data</a:t>
            </a:r>
          </a:p>
          <a:p>
            <a:r>
              <a:rPr lang="en-US" altLang="ko-KR"/>
              <a:t>Data come from public GitHub repositories via FEA-Bench, with Oracle context adding nearby files, dependencies, configs, and documentation snippets</a:t>
            </a:r>
          </a:p>
          <a:p>
            <a:r>
              <a:rPr lang="en-US" b="1"/>
              <a:t>Baseline</a:t>
            </a:r>
          </a:p>
          <a:p>
            <a:r>
              <a:rPr lang="en-US"/>
              <a:t>Raw JSON document context is given to the model to create a patch.  </a:t>
            </a:r>
          </a:p>
          <a:p>
            <a:r>
              <a:rPr lang="en-US" b="1"/>
              <a:t>Documenter-Coder Pipeline</a:t>
            </a:r>
          </a:p>
          <a:p>
            <a:r>
              <a:rPr lang="en-US"/>
              <a:t>Two step approach:</a:t>
            </a:r>
          </a:p>
          <a:p>
            <a:pPr marL="457200" indent="-457200">
              <a:buAutoNum type="arabicPeriod"/>
            </a:pPr>
            <a:r>
              <a:rPr lang="en-US" b="1"/>
              <a:t>Documenter</a:t>
            </a:r>
            <a:r>
              <a:rPr lang="en-US"/>
              <a:t>: Converts the context into a structured, human like document. </a:t>
            </a:r>
          </a:p>
          <a:p>
            <a:pPr marL="457200" indent="-457200">
              <a:buAutoNum type="arabicPeriod"/>
            </a:pPr>
            <a:r>
              <a:rPr lang="en-US" b="1"/>
              <a:t>Coder</a:t>
            </a:r>
            <a:r>
              <a:rPr lang="en-US"/>
              <a:t>: Uses that document to generate the final patch. Designed to improve path quality by enriching the model’s intermediate reasoning. </a:t>
            </a:r>
          </a:p>
        </p:txBody>
      </p:sp>
      <p:pic>
        <p:nvPicPr>
          <p:cNvPr id="17" name="Picture 16" descr="A diagram of a project process flow&#10;&#10;AI-generated content may be incorrect.">
            <a:extLst>
              <a:ext uri="{FF2B5EF4-FFF2-40B4-BE49-F238E27FC236}">
                <a16:creationId xmlns:a16="http://schemas.microsoft.com/office/drawing/2014/main" id="{18FB1E4B-3E46-1512-F616-2F8FFB8E22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936" y="14028154"/>
            <a:ext cx="7579718" cy="551230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TextBox 43">
            <a:extLst>
              <a:ext uri="{FF2B5EF4-FFF2-40B4-BE49-F238E27FC236}">
                <a16:creationId xmlns:a16="http://schemas.microsoft.com/office/drawing/2014/main" id="{D6209B09-E972-01FF-0D49-E8F197C3EEBE}"/>
              </a:ext>
            </a:extLst>
          </p:cNvPr>
          <p:cNvSpPr txBox="1"/>
          <p:nvPr/>
        </p:nvSpPr>
        <p:spPr>
          <a:xfrm>
            <a:off x="11410060" y="13045736"/>
            <a:ext cx="9948454" cy="6155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/>
              <a:t>Analysis</a:t>
            </a:r>
            <a:endParaRPr/>
          </a:p>
        </p:txBody>
      </p:sp>
      <p:sp>
        <p:nvSpPr>
          <p:cNvPr id="11" name="TextBox 43">
            <a:extLst>
              <a:ext uri="{FF2B5EF4-FFF2-40B4-BE49-F238E27FC236}">
                <a16:creationId xmlns:a16="http://schemas.microsoft.com/office/drawing/2014/main" id="{FEBF34DA-D9ED-FB71-3352-F68CF066BE93}"/>
              </a:ext>
            </a:extLst>
          </p:cNvPr>
          <p:cNvSpPr txBox="1"/>
          <p:nvPr/>
        </p:nvSpPr>
        <p:spPr>
          <a:xfrm>
            <a:off x="22504111" y="15838435"/>
            <a:ext cx="9948454" cy="6155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/>
              <a:t>Conclusions</a:t>
            </a: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9DBDC4-4A66-043E-0F54-EC2ED210E3F6}"/>
              </a:ext>
            </a:extLst>
          </p:cNvPr>
          <p:cNvSpPr txBox="1"/>
          <p:nvPr/>
        </p:nvSpPr>
        <p:spPr>
          <a:xfrm rot="10800000" flipV="1">
            <a:off x="22277306" y="21051212"/>
            <a:ext cx="9948453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400">
                <a:solidFill>
                  <a:srgbClr val="3448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 Li et al. (2025). “FEA-bench: A benchmark for evaluating repository-level code generation for feature implementation.” In: Proceedings of the 63rd Annual Meeting of the Association for Computational </a:t>
            </a:r>
            <a:r>
              <a:rPr lang="en-US" sz="1400" err="1">
                <a:solidFill>
                  <a:srgbClr val="3448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Linguistics.pages</a:t>
            </a:r>
            <a:r>
              <a:rPr lang="en-US" sz="1400">
                <a:solidFill>
                  <a:srgbClr val="34485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17160–17176</a:t>
            </a:r>
          </a:p>
        </p:txBody>
      </p:sp>
      <p:sp>
        <p:nvSpPr>
          <p:cNvPr id="20" name="TextBox 53">
            <a:extLst>
              <a:ext uri="{FF2B5EF4-FFF2-40B4-BE49-F238E27FC236}">
                <a16:creationId xmlns:a16="http://schemas.microsoft.com/office/drawing/2014/main" id="{328F7354-C665-A09B-74A7-D2C7C1E45C8E}"/>
              </a:ext>
            </a:extLst>
          </p:cNvPr>
          <p:cNvSpPr txBox="1"/>
          <p:nvPr/>
        </p:nvSpPr>
        <p:spPr>
          <a:xfrm>
            <a:off x="11408827" y="13640649"/>
            <a:ext cx="9885656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2400" b="1"/>
              <a:t>1) Similarity Score</a:t>
            </a:r>
            <a:r>
              <a:rPr lang="en-US" sz="2400"/>
              <a:t>: </a:t>
            </a:r>
            <a:r>
              <a:rPr lang="en-US"/>
              <a:t>Overall similarity between the model-generated patch and the golden patch, capturing how closely it aligns with the intended fix.</a:t>
            </a:r>
            <a:endParaRPr lang="en-US">
              <a:ea typeface="Calibri"/>
            </a:endParaRPr>
          </a:p>
          <a:p>
            <a:pPr marL="342900" lvl="1" indent="0"/>
            <a:r>
              <a:rPr lang="en-US" sz="1800">
                <a:solidFill>
                  <a:srgbClr val="344854"/>
                </a:solidFill>
                <a:latin typeface="Arial"/>
                <a:ea typeface="Calibri"/>
                <a:cs typeface="Calibri"/>
              </a:rPr>
              <a:t> * Weighted Average: Combined metric (50% line + 30% sequence + 20% file overlap)</a:t>
            </a:r>
            <a:endParaRPr lang="en-US" sz="1800">
              <a:solidFill>
                <a:srgbClr val="000000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26" name="TextBox 53">
            <a:extLst>
              <a:ext uri="{FF2B5EF4-FFF2-40B4-BE49-F238E27FC236}">
                <a16:creationId xmlns:a16="http://schemas.microsoft.com/office/drawing/2014/main" id="{6C870B7A-7098-6D20-217C-DF48FAED2D27}"/>
              </a:ext>
            </a:extLst>
          </p:cNvPr>
          <p:cNvSpPr txBox="1"/>
          <p:nvPr/>
        </p:nvSpPr>
        <p:spPr>
          <a:xfrm>
            <a:off x="11540235" y="4223245"/>
            <a:ext cx="9948453" cy="444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48 total code repositories (focusing on 20 repos and 20 tasks total) 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2EBDFDF2-5479-971D-5126-DA7375B4D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198374"/>
              </p:ext>
            </p:extLst>
          </p:nvPr>
        </p:nvGraphicFramePr>
        <p:xfrm>
          <a:off x="11408827" y="7904566"/>
          <a:ext cx="10001866" cy="49834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001866">
                  <a:extLst>
                    <a:ext uri="{9D8B030D-6E8A-4147-A177-3AD203B41FA5}">
                      <a16:colId xmlns:a16="http://schemas.microsoft.com/office/drawing/2014/main" val="1896739105"/>
                    </a:ext>
                  </a:extLst>
                </a:gridCol>
              </a:tblGrid>
              <a:tr h="282386">
                <a:tc>
                  <a:txBody>
                    <a:bodyPr/>
                    <a:lstStyle/>
                    <a:p>
                      <a:pPr algn="ctr"/>
                      <a:r>
                        <a:rPr lang="en-US" sz="2100" b="1" i="0">
                          <a:latin typeface="Arial Narrow"/>
                          <a:cs typeface="Arial Narrow" panose="020B0604020202020204" pitchFamily="34" charset="0"/>
                        </a:rPr>
                        <a:t>Example Prompt for Documenter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64771"/>
                  </a:ext>
                </a:extLst>
              </a:tr>
              <a:tr h="1235639">
                <a:tc>
                  <a:txBody>
                    <a:bodyPr/>
                    <a:lstStyle/>
                    <a:p>
                      <a:pPr algn="l"/>
                      <a:r>
                        <a:rPr lang="en-US" sz="2100" b="0" i="1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Arial Narrow"/>
                          <a:cs typeface="Arial Narrow" panose="020B0604020202020204" pitchFamily="34" charset="0"/>
                          <a:sym typeface="Calibri"/>
                        </a:rPr>
                        <a:t>You are an expert software engineer tasked with creating documents that other software engineers can use to implement new features.</a:t>
                      </a:r>
                      <a:r>
                        <a:rPr lang="en-US" sz="2100" b="0" i="1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Arial Narrow"/>
                          <a:cs typeface="Arial Narrow" panose="020B0604020202020204" pitchFamily="34" charset="0"/>
                        </a:rPr>
                        <a:t> </a:t>
                      </a:r>
                      <a:r>
                        <a:rPr lang="en-US" sz="2100" b="0" i="1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Arial Narrow"/>
                          <a:cs typeface="Arial Narrow" panose="020B0604020202020204" pitchFamily="34" charset="0"/>
                          <a:sym typeface="Calibri"/>
                        </a:rPr>
                        <a:t>Given a problem description and repository context, generate a detailed, specific document explaining how to implement the requested feature. Think about what features would be useful for you to have if you were going to code the feature. </a:t>
                      </a:r>
                      <a:endParaRPr lang="en-US" sz="2100" b="0" i="1">
                        <a:latin typeface="Arial Narrow"/>
                        <a:cs typeface="Arial Narrow" panose="020B0604020202020204" pitchFamily="34" charset="0"/>
                        <a:sym typeface="Calibri"/>
                      </a:endParaRPr>
                    </a:p>
                    <a:p>
                      <a:pPr algn="l"/>
                      <a:r>
                        <a:rPr lang="en-US" sz="2100" b="0" i="1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Arial Narrow"/>
                          <a:cs typeface="Arial Narrow" panose="020B0604020202020204" pitchFamily="34" charset="0"/>
                          <a:sym typeface="Calibri"/>
                        </a:rPr>
                        <a:t>Your document should:</a:t>
                      </a:r>
                    </a:p>
                    <a:p>
                      <a:pPr algn="l"/>
                      <a:r>
                        <a:rPr lang="en-US" sz="2100" b="0" i="1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Arial Narrow"/>
                          <a:cs typeface="Arial Narrow" panose="020B0604020202020204" pitchFamily="34" charset="0"/>
                          <a:sym typeface="Calibri"/>
                        </a:rPr>
                        <a:t>1. Be as specific possible without any ambiguity. Another software engineer should be able to clearly follow the steps outlined in your document to implement the feature</a:t>
                      </a:r>
                    </a:p>
                    <a:p>
                      <a:pPr algn="l"/>
                      <a:r>
                        <a:rPr lang="en-US" sz="2100" b="0" i="1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Arial Narrow"/>
                          <a:cs typeface="Arial Narrow" panose="020B0604020202020204" pitchFamily="34" charset="0"/>
                          <a:sym typeface="Calibri"/>
                        </a:rPr>
                        <a:t>2. Synthesize a large amount of context while retaining as much valuable information as possible</a:t>
                      </a:r>
                    </a:p>
                    <a:p>
                      <a:pPr algn="l"/>
                      <a:r>
                        <a:rPr lang="en-US" sz="2100" b="0" i="1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Arial Narrow"/>
                          <a:cs typeface="Arial Narrow" panose="020B0604020202020204" pitchFamily="34" charset="0"/>
                          <a:sym typeface="Calibri"/>
                        </a:rPr>
                        <a:t>3. Make clear to another engineer how to follow the coding style of the existing codebase</a:t>
                      </a:r>
                    </a:p>
                    <a:p>
                      <a:pPr algn="l"/>
                      <a:r>
                        <a:rPr lang="en-US" sz="2100" b="0" i="1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Arial Narrow"/>
                          <a:cs typeface="Arial Narrow" panose="020B0604020202020204" pitchFamily="34" charset="0"/>
                          <a:sym typeface="Calibri"/>
                        </a:rPr>
                        <a:t>4. You may provide a repository overview, a clear implementation plan, pseudo-code in relevant files, or any other information that you believe would be helpful</a:t>
                      </a:r>
                    </a:p>
                    <a:p>
                      <a:pPr algn="l"/>
                      <a:r>
                        <a:rPr lang="en-US" sz="2100" b="0" i="1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Arial Narrow"/>
                          <a:cs typeface="Arial Narrow" panose="020B0604020202020204" pitchFamily="34" charset="0"/>
                          <a:sym typeface="Calibri"/>
                        </a:rPr>
                        <a:t>5. Your call to action to the other software engineer should be to generate a git diff patch that implements the requested feature.</a:t>
                      </a:r>
                    </a:p>
                    <a:p>
                      <a:pPr algn="l"/>
                      <a:r>
                        <a:rPr lang="en-US" sz="2100" b="0" i="1" u="none" strike="noStrike" cap="none" spc="0" baseline="0">
                          <a:solidFill>
                            <a:schemeClr val="tx1"/>
                          </a:solidFill>
                          <a:effectLst/>
                          <a:uFillTx/>
                          <a:latin typeface="Arial Narrow"/>
                          <a:cs typeface="Arial Narrow" panose="020B0604020202020204" pitchFamily="34" charset="0"/>
                          <a:sym typeface="Calibri"/>
                        </a:rPr>
                        <a:t>6. DO NOT ask for any other information (like adding unit tests)</a:t>
                      </a:r>
                      <a:endParaRPr lang="en-US" sz="2100" b="0" i="1" u="none" strike="noStrike" cap="none" spc="0" baseline="0">
                        <a:solidFill>
                          <a:schemeClr val="tx1"/>
                        </a:solidFill>
                        <a:effectLst/>
                        <a:uFillTx/>
                        <a:latin typeface="Arial Narrow"/>
                        <a:ea typeface="+mn-ea"/>
                        <a:cs typeface="Arial Narrow" panose="020B0604020202020204" pitchFamily="34" charset="0"/>
                        <a:sym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518395"/>
                  </a:ext>
                </a:extLst>
              </a:tr>
            </a:tbl>
          </a:graphicData>
        </a:graphic>
      </p:graphicFrame>
      <p:pic>
        <p:nvPicPr>
          <p:cNvPr id="15" name="Picture 14" descr="A line of icons with text&#10;&#10;AI-generated content may be incorrect.">
            <a:extLst>
              <a:ext uri="{FF2B5EF4-FFF2-40B4-BE49-F238E27FC236}">
                <a16:creationId xmlns:a16="http://schemas.microsoft.com/office/drawing/2014/main" id="{197BA6F4-5193-A8F5-4EAA-CBC0B86507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9" t="32436" r="15919" b="40420"/>
          <a:stretch>
            <a:fillRect/>
          </a:stretch>
        </p:blipFill>
        <p:spPr>
          <a:xfrm>
            <a:off x="2537786" y="19904717"/>
            <a:ext cx="5922206" cy="13393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EB2DF0-79F6-2233-3334-3FAA4A39F97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10693" y="14851798"/>
            <a:ext cx="9953452" cy="69513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53">
            <a:extLst>
              <a:ext uri="{FF2B5EF4-FFF2-40B4-BE49-F238E27FC236}">
                <a16:creationId xmlns:a16="http://schemas.microsoft.com/office/drawing/2014/main" id="{C5E2A24C-AFC4-AEE2-FFB2-A0252795C592}"/>
              </a:ext>
            </a:extLst>
          </p:cNvPr>
          <p:cNvSpPr txBox="1"/>
          <p:nvPr/>
        </p:nvSpPr>
        <p:spPr>
          <a:xfrm>
            <a:off x="22314925" y="3633300"/>
            <a:ext cx="9885656" cy="11264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buFont typeface="Arial"/>
              <a:buChar char="•"/>
            </a:pPr>
            <a:r>
              <a:rPr lang="en-US" b="1"/>
              <a:t>Similarity Analysis Result</a:t>
            </a:r>
            <a:r>
              <a:rPr lang="en-US"/>
              <a:t>:</a:t>
            </a:r>
            <a:endParaRPr lang="en-US">
              <a:ea typeface="Calibri"/>
            </a:endParaRPr>
          </a:p>
          <a:p>
            <a:pPr marL="342900" lvl="1" indent="0"/>
            <a:r>
              <a:rPr lang="en-US" sz="2100">
                <a:solidFill>
                  <a:srgbClr val="344854"/>
                </a:solidFill>
                <a:latin typeface="Arial"/>
                <a:ea typeface="+mn-lt"/>
                <a:cs typeface="+mn-lt"/>
              </a:rPr>
              <a:t>Baseline models perform best overall when combining structure, file correctness, and line similarity</a:t>
            </a:r>
            <a:r>
              <a:rPr lang="en-US" sz="2000">
                <a:solidFill>
                  <a:srgbClr val="344854"/>
                </a:solidFill>
                <a:latin typeface="Arial"/>
                <a:ea typeface="+mn-lt"/>
                <a:cs typeface="+mn-lt"/>
              </a:rPr>
              <a:t>.</a:t>
            </a:r>
            <a:endParaRPr lang="en-US" sz="2000">
              <a:solidFill>
                <a:srgbClr val="344854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1" name="TextBox 53">
            <a:extLst>
              <a:ext uri="{FF2B5EF4-FFF2-40B4-BE49-F238E27FC236}">
                <a16:creationId xmlns:a16="http://schemas.microsoft.com/office/drawing/2014/main" id="{AFBBF18F-4DDD-0A95-1D7E-06E1F3BD9630}"/>
              </a:ext>
            </a:extLst>
          </p:cNvPr>
          <p:cNvSpPr txBox="1"/>
          <p:nvPr/>
        </p:nvSpPr>
        <p:spPr>
          <a:xfrm>
            <a:off x="22547881" y="4909976"/>
            <a:ext cx="9885656" cy="494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2400" b="1">
                <a:ea typeface="Calibri"/>
              </a:rPr>
              <a:t>2) LLM Judge</a:t>
            </a:r>
            <a:r>
              <a:rPr lang="en-US" b="1">
                <a:ea typeface="Calibri"/>
              </a:rPr>
              <a:t>: </a:t>
            </a:r>
            <a:r>
              <a:rPr lang="en-US">
                <a:ea typeface="Calibri"/>
              </a:rPr>
              <a:t>Gemini rating of the quality of the generated prompt</a:t>
            </a:r>
            <a:endParaRPr lang="en-US">
              <a:latin typeface="Arial"/>
              <a:ea typeface="Calibri"/>
            </a:endParaRPr>
          </a:p>
        </p:txBody>
      </p:sp>
      <p:sp>
        <p:nvSpPr>
          <p:cNvPr id="36" name="TextBox 53">
            <a:extLst>
              <a:ext uri="{FF2B5EF4-FFF2-40B4-BE49-F238E27FC236}">
                <a16:creationId xmlns:a16="http://schemas.microsoft.com/office/drawing/2014/main" id="{25E166DA-8642-8D73-A26A-EAFAC0A3096D}"/>
              </a:ext>
            </a:extLst>
          </p:cNvPr>
          <p:cNvSpPr txBox="1"/>
          <p:nvPr/>
        </p:nvSpPr>
        <p:spPr>
          <a:xfrm>
            <a:off x="22504111" y="13510452"/>
            <a:ext cx="9885656" cy="20959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tIns="45720" rIns="45719" bIns="45720" anchor="t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buFont typeface="Arial"/>
              <a:buChar char="•"/>
            </a:pPr>
            <a:r>
              <a:rPr lang="en-US" b="1"/>
              <a:t>LLM Judge Analysis</a:t>
            </a:r>
            <a:r>
              <a:rPr lang="en-US"/>
              <a:t>:</a:t>
            </a:r>
            <a:endParaRPr lang="en-US">
              <a:ea typeface="Calibri"/>
            </a:endParaRPr>
          </a:p>
          <a:p>
            <a:pPr marL="342900" lvl="1" indent="0"/>
            <a:r>
              <a:rPr lang="en-US" sz="2100">
                <a:solidFill>
                  <a:srgbClr val="344854"/>
                </a:solidFill>
                <a:latin typeface="Arial"/>
                <a:ea typeface="Calibri"/>
                <a:cs typeface="Calibri"/>
              </a:rPr>
              <a:t>Documenter/coder pipeline was consistently evaluated higher by the Gemini judge and sometimes evaluated higher by </a:t>
            </a:r>
            <a:r>
              <a:rPr lang="en-US" sz="2100" err="1">
                <a:solidFill>
                  <a:srgbClr val="344854"/>
                </a:solidFill>
                <a:latin typeface="Arial"/>
                <a:ea typeface="Calibri"/>
                <a:cs typeface="Calibri"/>
              </a:rPr>
              <a:t>Deepseek</a:t>
            </a:r>
            <a:endParaRPr lang="en-US" sz="2100">
              <a:solidFill>
                <a:srgbClr val="344854"/>
              </a:solidFill>
              <a:latin typeface="Arial"/>
              <a:ea typeface="Calibri"/>
              <a:cs typeface="Calibri"/>
            </a:endParaRPr>
          </a:p>
          <a:p>
            <a:pPr marL="342900" lvl="1" indent="0"/>
            <a:r>
              <a:rPr lang="en-US" sz="2100">
                <a:solidFill>
                  <a:srgbClr val="344854"/>
                </a:solidFill>
                <a:latin typeface="Arial"/>
                <a:ea typeface="Calibri"/>
                <a:cs typeface="Calibri"/>
              </a:rPr>
              <a:t>Gemini preferred own generations, while </a:t>
            </a:r>
            <a:r>
              <a:rPr lang="en-US" sz="2100" err="1">
                <a:solidFill>
                  <a:srgbClr val="344854"/>
                </a:solidFill>
                <a:latin typeface="Arial"/>
                <a:ea typeface="Calibri"/>
                <a:cs typeface="Calibri"/>
              </a:rPr>
              <a:t>Deepseek</a:t>
            </a:r>
            <a:r>
              <a:rPr lang="en-US" sz="2100">
                <a:solidFill>
                  <a:srgbClr val="344854"/>
                </a:solidFill>
                <a:latin typeface="Arial"/>
                <a:ea typeface="Calibri"/>
                <a:cs typeface="Calibri"/>
              </a:rPr>
              <a:t> did not show strong preference</a:t>
            </a:r>
          </a:p>
          <a:p>
            <a:pPr marL="342900" lvl="1" indent="0"/>
            <a:r>
              <a:rPr lang="en-US" sz="2100" b="1">
                <a:solidFill>
                  <a:srgbClr val="344854"/>
                </a:solidFill>
                <a:latin typeface="Arial"/>
                <a:ea typeface="Calibri"/>
                <a:cs typeface="Calibri"/>
              </a:rPr>
              <a:t>Result: </a:t>
            </a:r>
            <a:r>
              <a:rPr lang="en-US" sz="2100">
                <a:solidFill>
                  <a:srgbClr val="344854"/>
                </a:solidFill>
                <a:latin typeface="Arial"/>
                <a:ea typeface="Calibri"/>
                <a:cs typeface="Calibri"/>
              </a:rPr>
              <a:t>LLM judges may contradict other evaluation metrics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418A4A96-61AA-9632-0C14-A59906F98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6631575"/>
              </p:ext>
            </p:extLst>
          </p:nvPr>
        </p:nvGraphicFramePr>
        <p:xfrm>
          <a:off x="22504111" y="5646381"/>
          <a:ext cx="9885656" cy="1783080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9885656">
                  <a:extLst>
                    <a:ext uri="{9D8B030D-6E8A-4147-A177-3AD203B41FA5}">
                      <a16:colId xmlns:a16="http://schemas.microsoft.com/office/drawing/2014/main" val="2197562445"/>
                    </a:ext>
                  </a:extLst>
                </a:gridCol>
              </a:tblGrid>
              <a:tr h="364001">
                <a:tc>
                  <a:txBody>
                    <a:bodyPr/>
                    <a:lstStyle/>
                    <a:p>
                      <a:pPr algn="ctr"/>
                      <a:r>
                        <a:rPr lang="en-US" sz="2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Prompt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13247"/>
                  </a:ext>
                </a:extLst>
              </a:tr>
              <a:tr h="364001">
                <a:tc>
                  <a:txBody>
                    <a:bodyPr/>
                    <a:lstStyle/>
                    <a:p>
                      <a:pPr algn="l"/>
                      <a:r>
                        <a:rPr lang="en-US" sz="2100" i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will be given a feature description and a git diff patch. You job is to score this patch on a scale of 1-100. Please consider code quality and the patch's ability to implement the feature in your score. Make sure to output the score alone without any reasoning.</a:t>
                      </a:r>
                      <a:endParaRPr lang="en-US" sz="21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862377"/>
                  </a:ext>
                </a:extLst>
              </a:tr>
            </a:tbl>
          </a:graphicData>
        </a:graphic>
      </p:graphicFrame>
      <p:pic>
        <p:nvPicPr>
          <p:cNvPr id="42" name="Picture 41">
            <a:extLst>
              <a:ext uri="{FF2B5EF4-FFF2-40B4-BE49-F238E27FC236}">
                <a16:creationId xmlns:a16="http://schemas.microsoft.com/office/drawing/2014/main" id="{62FC545C-5932-14D8-6316-7ECD5F56EAC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57091" y="684096"/>
            <a:ext cx="1990875" cy="1961287"/>
          </a:xfrm>
          <a:prstGeom prst="rect">
            <a:avLst/>
          </a:prstGeom>
        </p:spPr>
      </p:pic>
    </p:spTree>
  </p:cSld>
  <p:clrMapOvr>
    <a:masterClrMapping/>
  </p:clrMapOvr>
  <p:transition spd="med"/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CB0B1F6268834997D5C83E6B84CB91" ma:contentTypeVersion="3" ma:contentTypeDescription="Create a new document." ma:contentTypeScope="" ma:versionID="789d1ca0fa11949bd0ac22841fddfe97">
  <xsd:schema xmlns:xsd="http://www.w3.org/2001/XMLSchema" xmlns:xs="http://www.w3.org/2001/XMLSchema" xmlns:p="http://schemas.microsoft.com/office/2006/metadata/properties" xmlns:ns2="1400d2db-f248-4397-bd9c-63c5e0410fc1" targetNamespace="http://schemas.microsoft.com/office/2006/metadata/properties" ma:root="true" ma:fieldsID="88c3db0709319e7689cac9c0f746dc70" ns2:_="">
    <xsd:import namespace="1400d2db-f248-4397-bd9c-63c5e0410f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0d2db-f248-4397-bd9c-63c5e0410f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4AF76B9-DE70-4359-B681-374B9E3D3502}">
  <ds:schemaRefs>
    <ds:schemaRef ds:uri="1400d2db-f248-4397-bd9c-63c5e0410fc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21866A8-C506-4C34-95C5-A0AB402E94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0FE529-CCC1-4372-8B28-95026151F40C}">
  <ds:schemaRefs>
    <ds:schemaRef ds:uri="1400d2db-f248-4397-bd9c-63c5e0410fc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4</cp:revision>
  <dcterms:modified xsi:type="dcterms:W3CDTF">2025-12-03T04:10:59Z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0x01010001CB0B1F6268834997D5C83E6B84CB91</vt:lpwstr>
  </property>
</Properties>
</file>